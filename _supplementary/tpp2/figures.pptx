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59" r:id="rId4"/>
    <p:sldId id="257" r:id="rId5"/>
    <p:sldId id="260" r:id="rId6"/>
    <p:sldId id="261" r:id="rId7"/>
  </p:sldIdLst>
  <p:sldSz cx="136318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34" userDrawn="1">
          <p15:clr>
            <a:srgbClr val="A4A3A4"/>
          </p15:clr>
        </p15:guide>
        <p15:guide id="2" pos="110" userDrawn="1">
          <p15:clr>
            <a:srgbClr val="A4A3A4"/>
          </p15:clr>
        </p15:guide>
        <p15:guide id="3" orient="horz" pos="26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336" y="192"/>
      </p:cViewPr>
      <p:guideLst>
        <p:guide orient="horz" pos="1434"/>
        <p:guide pos="110"/>
        <p:guide orient="horz" pos="2636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14005-DA0A-5444-A8D3-D79A1AEC42B5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1950" y="1143000"/>
            <a:ext cx="6134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55909-49FB-D34C-A671-A404CA229B0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4624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61950" y="1143000"/>
            <a:ext cx="6134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5909-49FB-D34C-A671-A404CA229B02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2492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61950" y="1143000"/>
            <a:ext cx="6134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5909-49FB-D34C-A671-A404CA229B02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1113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5909-49FB-D34C-A671-A404CA229B02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0372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61950" y="1143000"/>
            <a:ext cx="6134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5909-49FB-D34C-A671-A404CA229B02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5263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3983" y="1122363"/>
            <a:ext cx="102238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3983" y="3602038"/>
            <a:ext cx="102238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0936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6021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091" y="1709739"/>
            <a:ext cx="1175748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091" y="4589464"/>
            <a:ext cx="1175748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5474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7190" y="1825625"/>
            <a:ext cx="579354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01131" y="1825625"/>
            <a:ext cx="579354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86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966" y="365126"/>
            <a:ext cx="1175748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967" y="1681163"/>
            <a:ext cx="57669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8967" y="2505075"/>
            <a:ext cx="57669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01131" y="1681163"/>
            <a:ext cx="57953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01131" y="2505075"/>
            <a:ext cx="57953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95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0401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604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967" y="457200"/>
            <a:ext cx="439663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317" y="987426"/>
            <a:ext cx="690113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8967" y="2057400"/>
            <a:ext cx="439663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11339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967" y="457200"/>
            <a:ext cx="439663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95317" y="987426"/>
            <a:ext cx="690113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8967" y="2057400"/>
            <a:ext cx="439663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092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971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5302" y="365125"/>
            <a:ext cx="293937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7191" y="365125"/>
            <a:ext cx="864771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0485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7191" y="365126"/>
            <a:ext cx="117574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7191" y="1825625"/>
            <a:ext cx="117574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7191" y="6356351"/>
            <a:ext cx="30671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F8A59-2D92-E74A-BC27-7AE09B0A5DC4}" type="datetimeFigureOut">
              <a:rPr lang="en-DE" smtClean="0"/>
              <a:t>23.07.21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555" y="6356351"/>
            <a:ext cx="4600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27503" y="6356351"/>
            <a:ext cx="30671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BFCC3-178D-0F4D-9AF4-0A8D529ACE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636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7C0F5F41-A749-244B-AB95-EEE033313C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0749476"/>
                  </p:ext>
                </p:extLst>
              </p:nvPr>
            </p:nvGraphicFramePr>
            <p:xfrm>
              <a:off x="8360093" y="2160435"/>
              <a:ext cx="4109250" cy="220462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1850">
                      <a:extLst>
                        <a:ext uri="{9D8B030D-6E8A-4147-A177-3AD203B41FA5}">
                          <a16:colId xmlns:a16="http://schemas.microsoft.com/office/drawing/2014/main" val="3350277845"/>
                        </a:ext>
                      </a:extLst>
                    </a:gridCol>
                    <a:gridCol w="821850">
                      <a:extLst>
                        <a:ext uri="{9D8B030D-6E8A-4147-A177-3AD203B41FA5}">
                          <a16:colId xmlns:a16="http://schemas.microsoft.com/office/drawing/2014/main" val="427396348"/>
                        </a:ext>
                      </a:extLst>
                    </a:gridCol>
                    <a:gridCol w="821850">
                      <a:extLst>
                        <a:ext uri="{9D8B030D-6E8A-4147-A177-3AD203B41FA5}">
                          <a16:colId xmlns:a16="http://schemas.microsoft.com/office/drawing/2014/main" val="1158632962"/>
                        </a:ext>
                      </a:extLst>
                    </a:gridCol>
                    <a:gridCol w="821850">
                      <a:extLst>
                        <a:ext uri="{9D8B030D-6E8A-4147-A177-3AD203B41FA5}">
                          <a16:colId xmlns:a16="http://schemas.microsoft.com/office/drawing/2014/main" val="2417830556"/>
                        </a:ext>
                      </a:extLst>
                    </a:gridCol>
                    <a:gridCol w="821850">
                      <a:extLst>
                        <a:ext uri="{9D8B030D-6E8A-4147-A177-3AD203B41FA5}">
                          <a16:colId xmlns:a16="http://schemas.microsoft.com/office/drawing/2014/main" val="324716847"/>
                        </a:ext>
                      </a:extLst>
                    </a:gridCol>
                  </a:tblGrid>
                  <a:tr h="73487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 anchor="ctr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 anchor="ctr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76503498"/>
                      </a:ext>
                    </a:extLst>
                  </a:tr>
                  <a:tr h="73487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11746142"/>
                      </a:ext>
                    </a:extLst>
                  </a:tr>
                  <a:tr h="73487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81202" marR="181202" marT="90601" marB="90601" anchor="ctr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05029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7C0F5F41-A749-244B-AB95-EEE033313C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0749476"/>
                  </p:ext>
                </p:extLst>
              </p:nvPr>
            </p:nvGraphicFramePr>
            <p:xfrm>
              <a:off x="8360093" y="2160435"/>
              <a:ext cx="4109250" cy="220462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1850">
                      <a:extLst>
                        <a:ext uri="{9D8B030D-6E8A-4147-A177-3AD203B41FA5}">
                          <a16:colId xmlns:a16="http://schemas.microsoft.com/office/drawing/2014/main" val="3350277845"/>
                        </a:ext>
                      </a:extLst>
                    </a:gridCol>
                    <a:gridCol w="821850">
                      <a:extLst>
                        <a:ext uri="{9D8B030D-6E8A-4147-A177-3AD203B41FA5}">
                          <a16:colId xmlns:a16="http://schemas.microsoft.com/office/drawing/2014/main" val="427396348"/>
                        </a:ext>
                      </a:extLst>
                    </a:gridCol>
                    <a:gridCol w="821850">
                      <a:extLst>
                        <a:ext uri="{9D8B030D-6E8A-4147-A177-3AD203B41FA5}">
                          <a16:colId xmlns:a16="http://schemas.microsoft.com/office/drawing/2014/main" val="1158632962"/>
                        </a:ext>
                      </a:extLst>
                    </a:gridCol>
                    <a:gridCol w="821850">
                      <a:extLst>
                        <a:ext uri="{9D8B030D-6E8A-4147-A177-3AD203B41FA5}">
                          <a16:colId xmlns:a16="http://schemas.microsoft.com/office/drawing/2014/main" val="2417830556"/>
                        </a:ext>
                      </a:extLst>
                    </a:gridCol>
                    <a:gridCol w="821850">
                      <a:extLst>
                        <a:ext uri="{9D8B030D-6E8A-4147-A177-3AD203B41FA5}">
                          <a16:colId xmlns:a16="http://schemas.microsoft.com/office/drawing/2014/main" val="324716847"/>
                        </a:ext>
                      </a:extLst>
                    </a:gridCol>
                  </a:tblGrid>
                  <a:tr h="734874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77" t="-3448" r="-40307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3077" t="-3448" r="-30307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6250" t="-3448" r="-207813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 anchor="ctr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538" t="-3448" r="-104615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 anchor="ctr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538" t="-3448" r="-4615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6503498"/>
                      </a:ext>
                    </a:extLst>
                  </a:tr>
                  <a:tr h="734874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77" t="-103448" r="-40307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3077" t="-103448" r="-30307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6250" t="-103448" r="-207813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538" t="-103448" r="-104615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538" t="-103448" r="-4615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746142"/>
                      </a:ext>
                    </a:extLst>
                  </a:tr>
                  <a:tr h="734874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77" t="-203448" r="-40307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3077" t="-203448" r="-30307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6250" t="-203448" r="-207813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538" t="-203448" r="-104615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81202" marR="181202" marT="90601" marB="90601" anchor="ctr">
                        <a:lnL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538" t="-203448" r="-4615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50296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B8D821C-9C41-E844-95C1-354C3A43FDE8}"/>
              </a:ext>
            </a:extLst>
          </p:cNvPr>
          <p:cNvGrpSpPr/>
          <p:nvPr/>
        </p:nvGrpSpPr>
        <p:grpSpPr>
          <a:xfrm>
            <a:off x="962846" y="2173067"/>
            <a:ext cx="2769348" cy="2129567"/>
            <a:chOff x="368175" y="2173066"/>
            <a:chExt cx="2769348" cy="21295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2549EA4-B8E2-0445-A036-6AA56327AD7A}"/>
                    </a:ext>
                  </a:extLst>
                </p:cNvPr>
                <p:cNvSpPr/>
                <p:nvPr/>
              </p:nvSpPr>
              <p:spPr>
                <a:xfrm>
                  <a:off x="368175" y="2173066"/>
                  <a:ext cx="1605439" cy="6450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DE" sz="2400" b="1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2549EA4-B8E2-0445-A036-6AA56327AD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175" y="2173066"/>
                  <a:ext cx="1605439" cy="64504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4217083-A0EA-F544-89CF-072D783B526A}"/>
                    </a:ext>
                  </a:extLst>
                </p:cNvPr>
                <p:cNvSpPr/>
                <p:nvPr/>
              </p:nvSpPr>
              <p:spPr>
                <a:xfrm>
                  <a:off x="368175" y="2940222"/>
                  <a:ext cx="2769348" cy="6450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DE" sz="2400" b="1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4217083-A0EA-F544-89CF-072D783B52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175" y="2940222"/>
                  <a:ext cx="2769348" cy="64504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30300687-3E38-624B-9226-7000CECD07DA}"/>
                    </a:ext>
                  </a:extLst>
                </p:cNvPr>
                <p:cNvSpPr/>
                <p:nvPr/>
              </p:nvSpPr>
              <p:spPr>
                <a:xfrm>
                  <a:off x="368175" y="3657585"/>
                  <a:ext cx="2187394" cy="6450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DE" sz="2400" b="1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30300687-3E38-624B-9226-7000CECD07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175" y="3657585"/>
                  <a:ext cx="2187394" cy="64504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63C0FCC-7AD1-354D-BA37-3CB99265226E}"/>
              </a:ext>
            </a:extLst>
          </p:cNvPr>
          <p:cNvSpPr txBox="1"/>
          <p:nvPr/>
        </p:nvSpPr>
        <p:spPr>
          <a:xfrm>
            <a:off x="962847" y="1343458"/>
            <a:ext cx="1904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Arrival times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91EA90-B1C9-824A-B7BA-B60E51793800}"/>
              </a:ext>
            </a:extLst>
          </p:cNvPr>
          <p:cNvGrpSpPr/>
          <p:nvPr/>
        </p:nvGrpSpPr>
        <p:grpSpPr>
          <a:xfrm>
            <a:off x="4322724" y="2173067"/>
            <a:ext cx="3446841" cy="2129567"/>
            <a:chOff x="3514513" y="2173066"/>
            <a:chExt cx="3446841" cy="21295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A8AA1D0-937D-E044-A861-58BCF0DD46A3}"/>
                    </a:ext>
                  </a:extLst>
                </p:cNvPr>
                <p:cNvSpPr/>
                <p:nvPr/>
              </p:nvSpPr>
              <p:spPr>
                <a:xfrm>
                  <a:off x="3514513" y="2173066"/>
                  <a:ext cx="2244717" cy="6450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DE" sz="2400" b="1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A8AA1D0-937D-E044-A861-58BCF0DD46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513" y="2173066"/>
                  <a:ext cx="2244717" cy="64504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38997B77-AF77-3F4E-969D-A97015C9D57B}"/>
                    </a:ext>
                  </a:extLst>
                </p:cNvPr>
                <p:cNvSpPr/>
                <p:nvPr/>
              </p:nvSpPr>
              <p:spPr>
                <a:xfrm>
                  <a:off x="3514513" y="2940222"/>
                  <a:ext cx="3446841" cy="6450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DE" sz="2400" b="1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38997B77-AF77-3F4E-969D-A97015C9D5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513" y="2940222"/>
                  <a:ext cx="3446841" cy="64504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31EFE9A-16AE-014E-97A6-FAC30123253F}"/>
                    </a:ext>
                  </a:extLst>
                </p:cNvPr>
                <p:cNvSpPr/>
                <p:nvPr/>
              </p:nvSpPr>
              <p:spPr>
                <a:xfrm>
                  <a:off x="3514513" y="3657585"/>
                  <a:ext cx="2845779" cy="6450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DE" sz="2400" b="1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31EFE9A-16AE-014E-97A6-FAC3012325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513" y="3657585"/>
                  <a:ext cx="2845779" cy="64504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F6C1BC6-799D-124F-93D1-7B4865C6195B}"/>
              </a:ext>
            </a:extLst>
          </p:cNvPr>
          <p:cNvSpPr txBox="1"/>
          <p:nvPr/>
        </p:nvSpPr>
        <p:spPr>
          <a:xfrm>
            <a:off x="4322723" y="1343458"/>
            <a:ext cx="2476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Inter-event times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FBA5A7-7285-F349-95B6-C53F70118BCA}"/>
              </a:ext>
            </a:extLst>
          </p:cNvPr>
          <p:cNvSpPr txBox="1"/>
          <p:nvPr/>
        </p:nvSpPr>
        <p:spPr>
          <a:xfrm>
            <a:off x="8360093" y="1343458"/>
            <a:ext cx="3624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Padded inter-event times</a:t>
            </a:r>
          </a:p>
        </p:txBody>
      </p:sp>
    </p:spTree>
    <p:extLst>
      <p:ext uri="{BB962C8B-B14F-4D97-AF65-F5344CB8AC3E}">
        <p14:creationId xmlns:p14="http://schemas.microsoft.com/office/powerpoint/2010/main" val="4975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E2DCD9-49C0-E544-A8E1-65BAE1D8179C}"/>
              </a:ext>
            </a:extLst>
          </p:cNvPr>
          <p:cNvCxnSpPr>
            <a:cxnSpLocks/>
          </p:cNvCxnSpPr>
          <p:nvPr/>
        </p:nvCxnSpPr>
        <p:spPr>
          <a:xfrm>
            <a:off x="2899461" y="3253979"/>
            <a:ext cx="5050529" cy="0"/>
          </a:xfrm>
          <a:prstGeom prst="straightConnector1">
            <a:avLst/>
          </a:prstGeom>
          <a:solidFill>
            <a:schemeClr val="tx1"/>
          </a:solidFill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E60B17-BB60-184E-9240-72807CB59581}"/>
              </a:ext>
            </a:extLst>
          </p:cNvPr>
          <p:cNvCxnSpPr>
            <a:cxnSpLocks/>
          </p:cNvCxnSpPr>
          <p:nvPr/>
        </p:nvCxnSpPr>
        <p:spPr>
          <a:xfrm>
            <a:off x="6651710" y="3253979"/>
            <a:ext cx="0" cy="900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F4D6CE-8073-F649-93CC-4FCFBE24D817}"/>
              </a:ext>
            </a:extLst>
          </p:cNvPr>
          <p:cNvCxnSpPr>
            <a:cxnSpLocks/>
          </p:cNvCxnSpPr>
          <p:nvPr/>
        </p:nvCxnSpPr>
        <p:spPr>
          <a:xfrm>
            <a:off x="5975182" y="3262039"/>
            <a:ext cx="0" cy="900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8881FD-0392-2241-A7DE-F9FF2AF43F0F}"/>
              </a:ext>
            </a:extLst>
          </p:cNvPr>
          <p:cNvCxnSpPr>
            <a:cxnSpLocks/>
          </p:cNvCxnSpPr>
          <p:nvPr/>
        </p:nvCxnSpPr>
        <p:spPr>
          <a:xfrm>
            <a:off x="3732161" y="3253979"/>
            <a:ext cx="0" cy="900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29DD8D-99AF-ED46-8C71-57E1D53311D4}"/>
              </a:ext>
            </a:extLst>
          </p:cNvPr>
          <p:cNvCxnSpPr>
            <a:cxnSpLocks/>
          </p:cNvCxnSpPr>
          <p:nvPr/>
        </p:nvCxnSpPr>
        <p:spPr>
          <a:xfrm>
            <a:off x="2908572" y="3250108"/>
            <a:ext cx="0" cy="900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81FC68-CDF8-FD44-8B88-B5016333C76A}"/>
              </a:ext>
            </a:extLst>
          </p:cNvPr>
          <p:cNvCxnSpPr>
            <a:cxnSpLocks/>
          </p:cNvCxnSpPr>
          <p:nvPr/>
        </p:nvCxnSpPr>
        <p:spPr>
          <a:xfrm>
            <a:off x="7461324" y="3263686"/>
            <a:ext cx="0" cy="900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FE2AC7-0734-3C44-8164-7975B84467D2}"/>
                  </a:ext>
                </a:extLst>
              </p:cNvPr>
              <p:cNvSpPr txBox="1"/>
              <p:nvPr/>
            </p:nvSpPr>
            <p:spPr>
              <a:xfrm>
                <a:off x="3669242" y="3330148"/>
                <a:ext cx="1865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FE2AC7-0734-3C44-8164-7975B8446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242" y="3330148"/>
                <a:ext cx="186590" cy="215444"/>
              </a:xfrm>
              <a:prstGeom prst="rect">
                <a:avLst/>
              </a:prstGeom>
              <a:blipFill>
                <a:blip r:embed="rId3"/>
                <a:stretch>
                  <a:fillRect l="-12500" r="-6250" b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6E2179-9AAE-7043-8370-0F6D13F240C5}"/>
                  </a:ext>
                </a:extLst>
              </p:cNvPr>
              <p:cNvSpPr txBox="1"/>
              <p:nvPr/>
            </p:nvSpPr>
            <p:spPr>
              <a:xfrm>
                <a:off x="5897929" y="3338169"/>
                <a:ext cx="19075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6E2179-9AAE-7043-8370-0F6D13F24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929" y="3338169"/>
                <a:ext cx="190757" cy="215444"/>
              </a:xfrm>
              <a:prstGeom prst="rect">
                <a:avLst/>
              </a:prstGeom>
              <a:blipFill>
                <a:blip r:embed="rId4"/>
                <a:stretch>
                  <a:fillRect l="-18750" r="-6250" b="-1176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A09C4B-9BC9-4740-A809-FC574D279F55}"/>
                  </a:ext>
                </a:extLst>
              </p:cNvPr>
              <p:cNvSpPr txBox="1"/>
              <p:nvPr/>
            </p:nvSpPr>
            <p:spPr>
              <a:xfrm>
                <a:off x="6557001" y="3338169"/>
                <a:ext cx="19075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A09C4B-9BC9-4740-A809-FC574D279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001" y="3338169"/>
                <a:ext cx="190757" cy="215444"/>
              </a:xfrm>
              <a:prstGeom prst="rect">
                <a:avLst/>
              </a:prstGeom>
              <a:blipFill>
                <a:blip r:embed="rId5"/>
                <a:stretch>
                  <a:fillRect l="-18750" r="-6250" b="-1176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978BC1-C84F-D94B-8AC5-191D8BA71869}"/>
                  </a:ext>
                </a:extLst>
              </p:cNvPr>
              <p:cNvSpPr txBox="1"/>
              <p:nvPr/>
            </p:nvSpPr>
            <p:spPr>
              <a:xfrm>
                <a:off x="2851733" y="3338169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978BC1-C84F-D94B-8AC5-191D8BA71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733" y="3338169"/>
                <a:ext cx="139461" cy="215444"/>
              </a:xfrm>
              <a:prstGeom prst="rect">
                <a:avLst/>
              </a:prstGeom>
              <a:blipFill>
                <a:blip r:embed="rId6"/>
                <a:stretch>
                  <a:fillRect l="-25000" r="-25000" b="-58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D83836-C1C1-5A46-A7EA-490AB76337B5}"/>
                  </a:ext>
                </a:extLst>
              </p:cNvPr>
              <p:cNvSpPr txBox="1"/>
              <p:nvPr/>
            </p:nvSpPr>
            <p:spPr>
              <a:xfrm>
                <a:off x="7389127" y="3338169"/>
                <a:ext cx="1514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D83836-C1C1-5A46-A7EA-490AB7633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127" y="3338169"/>
                <a:ext cx="151452" cy="215444"/>
              </a:xfrm>
              <a:prstGeom prst="rect">
                <a:avLst/>
              </a:prstGeom>
              <a:blipFill>
                <a:blip r:embed="rId7"/>
                <a:stretch>
                  <a:fillRect l="-23077" r="-23077" b="-58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30C48D8-41BD-3147-A40F-8F9E7C4D0112}"/>
              </a:ext>
            </a:extLst>
          </p:cNvPr>
          <p:cNvSpPr txBox="1"/>
          <p:nvPr/>
        </p:nvSpPr>
        <p:spPr>
          <a:xfrm>
            <a:off x="7873442" y="3338169"/>
            <a:ext cx="34945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DE" sz="1400" dirty="0">
                <a:latin typeface="Roboto Light" panose="02000000000000000000" pitchFamily="2" charset="0"/>
                <a:ea typeface="Roboto Light" panose="02000000000000000000" pitchFamily="2" charset="0"/>
              </a:rPr>
              <a:t>time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DE41228-1C2A-A545-8191-8B19512EC5D3}"/>
              </a:ext>
            </a:extLst>
          </p:cNvPr>
          <p:cNvGrpSpPr/>
          <p:nvPr/>
        </p:nvGrpSpPr>
        <p:grpSpPr>
          <a:xfrm>
            <a:off x="6543416" y="2349562"/>
            <a:ext cx="216587" cy="903608"/>
            <a:chOff x="2800278" y="2346500"/>
            <a:chExt cx="216587" cy="90360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54FB96D-7C7C-014E-BC9F-285B33869CF2}"/>
                </a:ext>
              </a:extLst>
            </p:cNvPr>
            <p:cNvCxnSpPr/>
            <p:nvPr/>
          </p:nvCxnSpPr>
          <p:spPr>
            <a:xfrm flipV="1">
              <a:off x="2908572" y="2567940"/>
              <a:ext cx="0" cy="6821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EB6CF6F-51B1-AA43-A160-9ACF379877D8}"/>
                </a:ext>
              </a:extLst>
            </p:cNvPr>
            <p:cNvSpPr/>
            <p:nvPr/>
          </p:nvSpPr>
          <p:spPr>
            <a:xfrm>
              <a:off x="2800278" y="2346500"/>
              <a:ext cx="216587" cy="2165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418B6AD-F714-F94B-9ACB-38BEB53421C6}"/>
              </a:ext>
            </a:extLst>
          </p:cNvPr>
          <p:cNvGrpSpPr/>
          <p:nvPr/>
        </p:nvGrpSpPr>
        <p:grpSpPr>
          <a:xfrm>
            <a:off x="5872099" y="2349562"/>
            <a:ext cx="216587" cy="903608"/>
            <a:chOff x="2800278" y="2346500"/>
            <a:chExt cx="216587" cy="90360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BDBAC19-5E98-C94E-8B62-F1B55F30FC71}"/>
                </a:ext>
              </a:extLst>
            </p:cNvPr>
            <p:cNvCxnSpPr/>
            <p:nvPr/>
          </p:nvCxnSpPr>
          <p:spPr>
            <a:xfrm flipV="1">
              <a:off x="2908572" y="2567940"/>
              <a:ext cx="0" cy="6821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F82731F-72DA-4244-BD2F-C74879767B44}"/>
                </a:ext>
              </a:extLst>
            </p:cNvPr>
            <p:cNvSpPr/>
            <p:nvPr/>
          </p:nvSpPr>
          <p:spPr>
            <a:xfrm>
              <a:off x="2800278" y="2346500"/>
              <a:ext cx="216587" cy="2165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737657A-85BA-7347-938A-372419FAD72E}"/>
              </a:ext>
            </a:extLst>
          </p:cNvPr>
          <p:cNvGrpSpPr/>
          <p:nvPr/>
        </p:nvGrpSpPr>
        <p:grpSpPr>
          <a:xfrm>
            <a:off x="3623867" y="2349562"/>
            <a:ext cx="216587" cy="903608"/>
            <a:chOff x="2800278" y="2346500"/>
            <a:chExt cx="216587" cy="903608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6262F3D-7FFC-C845-B39F-6798753AF11C}"/>
                </a:ext>
              </a:extLst>
            </p:cNvPr>
            <p:cNvCxnSpPr/>
            <p:nvPr/>
          </p:nvCxnSpPr>
          <p:spPr>
            <a:xfrm flipV="1">
              <a:off x="2908572" y="2567940"/>
              <a:ext cx="0" cy="6821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CFACEC3-D9BC-254C-B621-FD9CF0B4AAD4}"/>
                </a:ext>
              </a:extLst>
            </p:cNvPr>
            <p:cNvSpPr/>
            <p:nvPr/>
          </p:nvSpPr>
          <p:spPr>
            <a:xfrm>
              <a:off x="2800278" y="2346500"/>
              <a:ext cx="216587" cy="2165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EAD632D-FD88-074F-B1BF-134B8157C259}"/>
              </a:ext>
            </a:extLst>
          </p:cNvPr>
          <p:cNvCxnSpPr>
            <a:cxnSpLocks/>
          </p:cNvCxnSpPr>
          <p:nvPr/>
        </p:nvCxnSpPr>
        <p:spPr>
          <a:xfrm flipV="1">
            <a:off x="2908572" y="2115967"/>
            <a:ext cx="0" cy="113235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DC3C72C-13EC-FF49-89EC-C5A3D2226505}"/>
              </a:ext>
            </a:extLst>
          </p:cNvPr>
          <p:cNvCxnSpPr>
            <a:cxnSpLocks/>
          </p:cNvCxnSpPr>
          <p:nvPr/>
        </p:nvCxnSpPr>
        <p:spPr>
          <a:xfrm flipV="1">
            <a:off x="7461324" y="2129689"/>
            <a:ext cx="0" cy="113235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F5A003F-3806-9F46-B57D-C762B6797814}"/>
              </a:ext>
            </a:extLst>
          </p:cNvPr>
          <p:cNvCxnSpPr>
            <a:cxnSpLocks/>
          </p:cNvCxnSpPr>
          <p:nvPr/>
        </p:nvCxnSpPr>
        <p:spPr>
          <a:xfrm>
            <a:off x="2899461" y="2882206"/>
            <a:ext cx="832699" cy="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302BA23-A31D-8A43-819F-0DC8F48A287F}"/>
              </a:ext>
            </a:extLst>
          </p:cNvPr>
          <p:cNvCxnSpPr>
            <a:cxnSpLocks/>
          </p:cNvCxnSpPr>
          <p:nvPr/>
        </p:nvCxnSpPr>
        <p:spPr>
          <a:xfrm>
            <a:off x="3732160" y="2882206"/>
            <a:ext cx="2243022" cy="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884B87C-F41B-1945-9BA8-812F118521F5}"/>
              </a:ext>
            </a:extLst>
          </p:cNvPr>
          <p:cNvCxnSpPr>
            <a:cxnSpLocks/>
          </p:cNvCxnSpPr>
          <p:nvPr/>
        </p:nvCxnSpPr>
        <p:spPr>
          <a:xfrm>
            <a:off x="5987731" y="2882206"/>
            <a:ext cx="663978" cy="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BE63A3-235A-434B-9B84-CB77B472D5F1}"/>
              </a:ext>
            </a:extLst>
          </p:cNvPr>
          <p:cNvCxnSpPr>
            <a:cxnSpLocks/>
          </p:cNvCxnSpPr>
          <p:nvPr/>
        </p:nvCxnSpPr>
        <p:spPr>
          <a:xfrm>
            <a:off x="6659217" y="2882840"/>
            <a:ext cx="802107" cy="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12B96ED-7C01-7346-9765-A9F2CF24C8F3}"/>
                  </a:ext>
                </a:extLst>
              </p:cNvPr>
              <p:cNvSpPr txBox="1"/>
              <p:nvPr/>
            </p:nvSpPr>
            <p:spPr>
              <a:xfrm>
                <a:off x="3203359" y="2632875"/>
                <a:ext cx="20043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12B96ED-7C01-7346-9765-A9F2CF24C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359" y="2632875"/>
                <a:ext cx="200439" cy="215444"/>
              </a:xfrm>
              <a:prstGeom prst="rect">
                <a:avLst/>
              </a:prstGeom>
              <a:blipFill>
                <a:blip r:embed="rId8"/>
                <a:stretch>
                  <a:fillRect l="-12500" r="-6250" b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3FCE21C-4D8B-0942-9E03-18DC6AC70368}"/>
                  </a:ext>
                </a:extLst>
              </p:cNvPr>
              <p:cNvSpPr txBox="1"/>
              <p:nvPr/>
            </p:nvSpPr>
            <p:spPr>
              <a:xfrm>
                <a:off x="4785693" y="2632875"/>
                <a:ext cx="20460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3FCE21C-4D8B-0942-9E03-18DC6AC70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93" y="2632875"/>
                <a:ext cx="204608" cy="215444"/>
              </a:xfrm>
              <a:prstGeom prst="rect">
                <a:avLst/>
              </a:prstGeom>
              <a:blipFill>
                <a:blip r:embed="rId9"/>
                <a:stretch>
                  <a:fillRect l="-11111" r="-5556" b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06A8043-1DC4-CA4B-99B5-E5F20C9B17EF}"/>
                  </a:ext>
                </a:extLst>
              </p:cNvPr>
              <p:cNvSpPr txBox="1"/>
              <p:nvPr/>
            </p:nvSpPr>
            <p:spPr>
              <a:xfrm>
                <a:off x="6184761" y="2632875"/>
                <a:ext cx="20460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06A8043-1DC4-CA4B-99B5-E5F20C9B1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761" y="2632875"/>
                <a:ext cx="204608" cy="215444"/>
              </a:xfrm>
              <a:prstGeom prst="rect">
                <a:avLst/>
              </a:prstGeom>
              <a:blipFill>
                <a:blip r:embed="rId10"/>
                <a:stretch>
                  <a:fillRect l="-17647" r="-5882" b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FCCF406-84C2-8F40-81A0-B19839F30E92}"/>
                  </a:ext>
                </a:extLst>
              </p:cNvPr>
              <p:cNvSpPr txBox="1"/>
              <p:nvPr/>
            </p:nvSpPr>
            <p:spPr>
              <a:xfrm>
                <a:off x="6996507" y="2632875"/>
                <a:ext cx="20460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FCCF406-84C2-8F40-81A0-B19839F30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507" y="2632875"/>
                <a:ext cx="204608" cy="215444"/>
              </a:xfrm>
              <a:prstGeom prst="rect">
                <a:avLst/>
              </a:prstGeom>
              <a:blipFill>
                <a:blip r:embed="rId11"/>
                <a:stretch>
                  <a:fillRect l="-18750" r="-6250" b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7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1A990D4-5190-D045-B055-81FACEE6E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394" y="2510987"/>
            <a:ext cx="1770530" cy="2068047"/>
          </a:xfrm>
          <a:prstGeom prst="rect">
            <a:avLst/>
          </a:prstGeom>
          <a:scene3d>
            <a:camera prst="isometricOffAxis2Right">
              <a:rot lat="1260000" lon="17399997" rev="0"/>
            </a:camera>
            <a:lightRig rig="threePt" dir="t"/>
          </a:scene3d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1A0797-03FD-8645-B263-8B06D087F4CC}"/>
              </a:ext>
            </a:extLst>
          </p:cNvPr>
          <p:cNvSpPr txBox="1"/>
          <p:nvPr/>
        </p:nvSpPr>
        <p:spPr>
          <a:xfrm>
            <a:off x="2109275" y="5508343"/>
            <a:ext cx="202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>
                <a:latin typeface="Monaco" pitchFamily="2" charset="77"/>
                <a:ea typeface="Menlo" panose="020B0609030804020204" pitchFamily="49" charset="0"/>
                <a:cs typeface="Menlo" panose="020B0609030804020204" pitchFamily="49" charset="0"/>
              </a:rPr>
              <a:t>rnn_output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885BD8-61BB-7247-A8EF-CDDFE1B40FC1}"/>
              </a:ext>
            </a:extLst>
          </p:cNvPr>
          <p:cNvSpPr txBox="1"/>
          <p:nvPr/>
        </p:nvSpPr>
        <p:spPr>
          <a:xfrm>
            <a:off x="8967753" y="5508342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>
                <a:latin typeface="Monaco" pitchFamily="2" charset="77"/>
                <a:ea typeface="Menlo" panose="020B0609030804020204" pitchFamily="49" charset="0"/>
                <a:cs typeface="Menlo" panose="020B0609030804020204" pitchFamily="49" charset="0"/>
              </a:rPr>
              <a:t>context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4021F8-5EE4-6940-9F87-489BB34E5B4F}"/>
              </a:ext>
            </a:extLst>
          </p:cNvPr>
          <p:cNvSpPr txBox="1"/>
          <p:nvPr/>
        </p:nvSpPr>
        <p:spPr>
          <a:xfrm>
            <a:off x="4846890" y="614739"/>
            <a:ext cx="28344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dirty="0">
                <a:latin typeface="Roboto Light" panose="02000000000000000000" pitchFamily="2" charset="0"/>
                <a:ea typeface="Roboto Light" panose="02000000000000000000" pitchFamily="2" charset="0"/>
                <a:cs typeface="Menlo" panose="020B0609030804020204" pitchFamily="49" charset="0"/>
              </a:rPr>
              <a:t>RNN hidden state after</a:t>
            </a:r>
          </a:p>
          <a:p>
            <a:pPr algn="ctr"/>
            <a:r>
              <a:rPr lang="en-DE" dirty="0">
                <a:latin typeface="Roboto Light" panose="02000000000000000000" pitchFamily="2" charset="0"/>
                <a:ea typeface="Roboto Light" panose="02000000000000000000" pitchFamily="2" charset="0"/>
                <a:cs typeface="Menlo" panose="020B0609030804020204" pitchFamily="49" charset="0"/>
              </a:rPr>
              <a:t>processing event #1</a:t>
            </a:r>
          </a:p>
          <a:p>
            <a:pPr algn="ctr"/>
            <a:r>
              <a:rPr lang="en-DE" dirty="0">
                <a:latin typeface="Roboto Light" panose="02000000000000000000" pitchFamily="2" charset="0"/>
                <a:ea typeface="Roboto Light" panose="02000000000000000000" pitchFamily="2" charset="0"/>
                <a:cs typeface="Menlo" panose="020B0609030804020204" pitchFamily="49" charset="0"/>
              </a:rPr>
              <a:t>is used to predict event #2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7F1C22B-E157-DE49-A21F-FD72C5F02EC6}"/>
              </a:ext>
            </a:extLst>
          </p:cNvPr>
          <p:cNvGrpSpPr/>
          <p:nvPr/>
        </p:nvGrpSpPr>
        <p:grpSpPr>
          <a:xfrm>
            <a:off x="475524" y="1076404"/>
            <a:ext cx="1751171" cy="2091708"/>
            <a:chOff x="512995" y="673943"/>
            <a:chExt cx="1751171" cy="2091708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8DBB0FF-3367-2D43-94FE-D76E08C30CB6}"/>
                </a:ext>
              </a:extLst>
            </p:cNvPr>
            <p:cNvGrpSpPr/>
            <p:nvPr/>
          </p:nvGrpSpPr>
          <p:grpSpPr>
            <a:xfrm>
              <a:off x="792688" y="1364708"/>
              <a:ext cx="720000" cy="1045029"/>
              <a:chOff x="676985" y="831898"/>
              <a:chExt cx="720000" cy="1045029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B7E5B9D-22B0-3647-8CE0-6F0E766FF1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985" y="1231900"/>
                <a:ext cx="0" cy="645027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C7DABBE1-334A-B043-B1A8-007E6D47EB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985" y="1231900"/>
                <a:ext cx="720000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4FB5E2A2-15BF-3D49-9F02-7F692CADE4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6985" y="831898"/>
                <a:ext cx="326792" cy="400003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FD8474C-6910-4C41-9250-698C47E8CB09}"/>
                </a:ext>
              </a:extLst>
            </p:cNvPr>
            <p:cNvSpPr txBox="1"/>
            <p:nvPr/>
          </p:nvSpPr>
          <p:spPr>
            <a:xfrm rot="16200000">
              <a:off x="126671" y="2117718"/>
              <a:ext cx="10342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Monaco" pitchFamily="2" charset="77"/>
                  <a:ea typeface="Menlo" panose="020B0609030804020204" pitchFamily="49" charset="0"/>
                  <a:cs typeface="Menlo" panose="020B0609030804020204" pitchFamily="49" charset="0"/>
                </a:rPr>
                <a:t>batch_size</a:t>
              </a:r>
              <a:endParaRPr lang="en-DE" sz="1100" dirty="0">
                <a:latin typeface="Monaco" pitchFamily="2" charset="77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B984FC-ABFD-D94F-8F7C-905CA7EBFF85}"/>
                </a:ext>
              </a:extLst>
            </p:cNvPr>
            <p:cNvSpPr txBox="1"/>
            <p:nvPr/>
          </p:nvSpPr>
          <p:spPr>
            <a:xfrm rot="18597388">
              <a:off x="408442" y="1145226"/>
              <a:ext cx="12041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sz="1100" dirty="0">
                  <a:latin typeface="Monaco" pitchFamily="2" charset="77"/>
                  <a:ea typeface="Menlo" panose="020B0609030804020204" pitchFamily="49" charset="0"/>
                  <a:cs typeface="Menlo" panose="020B0609030804020204" pitchFamily="49" charset="0"/>
                </a:rPr>
                <a:t>context_size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E52A388-272A-9042-86CA-828AFD71E1F7}"/>
                </a:ext>
              </a:extLst>
            </p:cNvPr>
            <p:cNvSpPr txBox="1"/>
            <p:nvPr/>
          </p:nvSpPr>
          <p:spPr>
            <a:xfrm>
              <a:off x="975031" y="1487601"/>
              <a:ext cx="12891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sz="1100" dirty="0">
                  <a:latin typeface="Monaco" pitchFamily="2" charset="77"/>
                  <a:ea typeface="Menlo" panose="020B0609030804020204" pitchFamily="49" charset="0"/>
                  <a:cs typeface="Menlo" panose="020B0609030804020204" pitchFamily="49" charset="0"/>
                </a:rPr>
                <a:t>padded_length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A7E3A31-44B2-5540-B4C4-A59C8056202F}"/>
              </a:ext>
            </a:extLst>
          </p:cNvPr>
          <p:cNvCxnSpPr>
            <a:cxnSpLocks/>
          </p:cNvCxnSpPr>
          <p:nvPr/>
        </p:nvCxnSpPr>
        <p:spPr>
          <a:xfrm>
            <a:off x="2366328" y="1627037"/>
            <a:ext cx="7084967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70B2ECE-FC6E-9340-B008-C8D7341B5484}"/>
              </a:ext>
            </a:extLst>
          </p:cNvPr>
          <p:cNvCxnSpPr>
            <a:cxnSpLocks/>
          </p:cNvCxnSpPr>
          <p:nvPr/>
        </p:nvCxnSpPr>
        <p:spPr>
          <a:xfrm flipV="1">
            <a:off x="2338644" y="1611394"/>
            <a:ext cx="0" cy="685023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lg" len="med"/>
            <a:tailEnd type="non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3" name="Table 4">
            <a:extLst>
              <a:ext uri="{FF2B5EF4-FFF2-40B4-BE49-F238E27FC236}">
                <a16:creationId xmlns:a16="http://schemas.microsoft.com/office/drawing/2014/main" id="{6FD09F1A-D4AB-B846-A048-476D7923A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976607"/>
              </p:ext>
            </p:extLst>
          </p:nvPr>
        </p:nvGraphicFramePr>
        <p:xfrm>
          <a:off x="1435175" y="2888664"/>
          <a:ext cx="3295060" cy="186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01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427396348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1158632962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2417830556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324716847"/>
                    </a:ext>
                  </a:extLst>
                </a:gridCol>
              </a:tblGrid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pic>
        <p:nvPicPr>
          <p:cNvPr id="66" name="Picture 65">
            <a:extLst>
              <a:ext uri="{FF2B5EF4-FFF2-40B4-BE49-F238E27FC236}">
                <a16:creationId xmlns:a16="http://schemas.microsoft.com/office/drawing/2014/main" id="{CF3A43D9-C336-1641-B5F7-4A15DB059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690" y="1947159"/>
            <a:ext cx="3905498" cy="1296000"/>
          </a:xfrm>
          <a:prstGeom prst="rect">
            <a:avLst/>
          </a:prstGeom>
          <a:scene3d>
            <a:camera prst="isometricOffAxis2Top">
              <a:rot lat="18600000" lon="3207254" rev="18840000"/>
            </a:camera>
            <a:lightRig rig="threePt" dir="t"/>
          </a:scene3d>
        </p:spPr>
      </p:pic>
      <p:graphicFrame>
        <p:nvGraphicFramePr>
          <p:cNvPr id="68" name="Table 4">
            <a:extLst>
              <a:ext uri="{FF2B5EF4-FFF2-40B4-BE49-F238E27FC236}">
                <a16:creationId xmlns:a16="http://schemas.microsoft.com/office/drawing/2014/main" id="{87C7CD7E-A8A1-6B4E-B1F6-E8BC26A35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428866"/>
              </p:ext>
            </p:extLst>
          </p:nvPr>
        </p:nvGraphicFramePr>
        <p:xfrm>
          <a:off x="7917453" y="2886620"/>
          <a:ext cx="3295060" cy="186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01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427396348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1158632962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2417830556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324716847"/>
                    </a:ext>
                  </a:extLst>
                </a:gridCol>
              </a:tblGrid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pic>
        <p:nvPicPr>
          <p:cNvPr id="69" name="Picture 68">
            <a:extLst>
              <a:ext uri="{FF2B5EF4-FFF2-40B4-BE49-F238E27FC236}">
                <a16:creationId xmlns:a16="http://schemas.microsoft.com/office/drawing/2014/main" id="{864CD947-7D70-714F-B9D5-CEC725B75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080" y="2510987"/>
            <a:ext cx="1770530" cy="2068047"/>
          </a:xfrm>
          <a:prstGeom prst="rect">
            <a:avLst/>
          </a:prstGeom>
          <a:scene3d>
            <a:camera prst="isometricOffAxis2Right">
              <a:rot lat="1260000" lon="17399997" rev="0"/>
            </a:camera>
            <a:lightRig rig="threePt" dir="t"/>
          </a:scene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F75901B-E107-EF44-8496-BB92E2F2D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9876" y="1953906"/>
            <a:ext cx="3903681" cy="1295400"/>
          </a:xfrm>
          <a:prstGeom prst="rect">
            <a:avLst/>
          </a:prstGeom>
          <a:scene3d>
            <a:camera prst="orthographicFront">
              <a:rot lat="18600000" lon="3210000" rev="18840000"/>
            </a:camera>
            <a:lightRig rig="threePt" dir="t"/>
          </a:scene3d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A552283A-F3D9-984A-846F-22FEAA9E41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0006787"/>
                  </p:ext>
                </p:extLst>
              </p:nvPr>
            </p:nvGraphicFramePr>
            <p:xfrm>
              <a:off x="7935320" y="4691932"/>
              <a:ext cx="3295060" cy="5187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59012">
                      <a:extLst>
                        <a:ext uri="{9D8B030D-6E8A-4147-A177-3AD203B41FA5}">
                          <a16:colId xmlns:a16="http://schemas.microsoft.com/office/drawing/2014/main" val="1589591203"/>
                        </a:ext>
                      </a:extLst>
                    </a:gridCol>
                    <a:gridCol w="659012">
                      <a:extLst>
                        <a:ext uri="{9D8B030D-6E8A-4147-A177-3AD203B41FA5}">
                          <a16:colId xmlns:a16="http://schemas.microsoft.com/office/drawing/2014/main" val="2780892321"/>
                        </a:ext>
                      </a:extLst>
                    </a:gridCol>
                    <a:gridCol w="659012">
                      <a:extLst>
                        <a:ext uri="{9D8B030D-6E8A-4147-A177-3AD203B41FA5}">
                          <a16:colId xmlns:a16="http://schemas.microsoft.com/office/drawing/2014/main" val="7475878"/>
                        </a:ext>
                      </a:extLst>
                    </a:gridCol>
                    <a:gridCol w="659012">
                      <a:extLst>
                        <a:ext uri="{9D8B030D-6E8A-4147-A177-3AD203B41FA5}">
                          <a16:colId xmlns:a16="http://schemas.microsoft.com/office/drawing/2014/main" val="270065846"/>
                        </a:ext>
                      </a:extLst>
                    </a:gridCol>
                    <a:gridCol w="659012">
                      <a:extLst>
                        <a:ext uri="{9D8B030D-6E8A-4147-A177-3AD203B41FA5}">
                          <a16:colId xmlns:a16="http://schemas.microsoft.com/office/drawing/2014/main" val="3502931848"/>
                        </a:ext>
                      </a:extLst>
                    </a:gridCol>
                  </a:tblGrid>
                  <a:tr h="408656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DE" sz="2400" dirty="0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709768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A552283A-F3D9-984A-846F-22FEAA9E41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0006787"/>
                  </p:ext>
                </p:extLst>
              </p:nvPr>
            </p:nvGraphicFramePr>
            <p:xfrm>
              <a:off x="7935320" y="4691932"/>
              <a:ext cx="3295060" cy="5187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59012">
                      <a:extLst>
                        <a:ext uri="{9D8B030D-6E8A-4147-A177-3AD203B41FA5}">
                          <a16:colId xmlns:a16="http://schemas.microsoft.com/office/drawing/2014/main" val="1589591203"/>
                        </a:ext>
                      </a:extLst>
                    </a:gridCol>
                    <a:gridCol w="659012">
                      <a:extLst>
                        <a:ext uri="{9D8B030D-6E8A-4147-A177-3AD203B41FA5}">
                          <a16:colId xmlns:a16="http://schemas.microsoft.com/office/drawing/2014/main" val="2780892321"/>
                        </a:ext>
                      </a:extLst>
                    </a:gridCol>
                    <a:gridCol w="659012">
                      <a:extLst>
                        <a:ext uri="{9D8B030D-6E8A-4147-A177-3AD203B41FA5}">
                          <a16:colId xmlns:a16="http://schemas.microsoft.com/office/drawing/2014/main" val="7475878"/>
                        </a:ext>
                      </a:extLst>
                    </a:gridCol>
                    <a:gridCol w="659012">
                      <a:extLst>
                        <a:ext uri="{9D8B030D-6E8A-4147-A177-3AD203B41FA5}">
                          <a16:colId xmlns:a16="http://schemas.microsoft.com/office/drawing/2014/main" val="270065846"/>
                        </a:ext>
                      </a:extLst>
                    </a:gridCol>
                    <a:gridCol w="659012">
                      <a:extLst>
                        <a:ext uri="{9D8B030D-6E8A-4147-A177-3AD203B41FA5}">
                          <a16:colId xmlns:a16="http://schemas.microsoft.com/office/drawing/2014/main" val="3502931848"/>
                        </a:ext>
                      </a:extLst>
                    </a:gridCol>
                  </a:tblGrid>
                  <a:tr h="518792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4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r="-3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6226" r="-196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192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153032" marR="153032" marT="76516" marB="76516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97686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A2F9F65-A62A-5A4E-96B9-1B8FB338EB0A}"/>
              </a:ext>
            </a:extLst>
          </p:cNvPr>
          <p:cNvCxnSpPr>
            <a:cxnSpLocks/>
          </p:cNvCxnSpPr>
          <p:nvPr/>
        </p:nvCxnSpPr>
        <p:spPr>
          <a:xfrm>
            <a:off x="9451295" y="1647276"/>
            <a:ext cx="0" cy="66406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8D8622-5078-7E46-8D3F-46ED8C3D78D8}"/>
                  </a:ext>
                </a:extLst>
              </p:cNvPr>
              <p:cNvSpPr txBox="1"/>
              <p:nvPr/>
            </p:nvSpPr>
            <p:spPr>
              <a:xfrm>
                <a:off x="5754189" y="4974527"/>
                <a:ext cx="19271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Roboto Light" panose="02000000000000000000" pitchFamily="2" charset="0"/>
                    <a:ea typeface="Roboto Light" panose="02000000000000000000" pitchFamily="2" charset="0"/>
                    <a:cs typeface="Menlo" panose="020B0609030804020204" pitchFamily="49" charset="0"/>
                  </a:rPr>
                  <a:t>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Roboto Light" panose="02000000000000000000" pitchFamily="2" charset="0"/>
                            <a:cs typeface="Menlo" panose="020B0609030804020204" pitchFamily="49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Roboto Light" panose="02000000000000000000" pitchFamily="2" charset="0"/>
                            <a:cs typeface="Menlo" panose="020B0609030804020204" pitchFamily="49" charset="0"/>
                          </a:rPr>
                          <m:t>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Roboto Light" panose="02000000000000000000" pitchFamily="2" charset="0"/>
                            <a:cs typeface="Menlo" panose="020B0609030804020204" pitchFamily="49" charset="0"/>
                          </a:rPr>
                          <m:t>1</m:t>
                        </m:r>
                      </m:sub>
                    </m:sSub>
                  </m:oMath>
                </a14:m>
                <a:endParaRPr lang="en-DE" dirty="0">
                  <a:latin typeface="Roboto Light" panose="02000000000000000000" pitchFamily="2" charset="0"/>
                  <a:ea typeface="Roboto Light" panose="02000000000000000000" pitchFamily="2" charset="0"/>
                  <a:cs typeface="Menlo" panose="020B0609030804020204" pitchFamily="49" charset="0"/>
                </a:endParaRPr>
              </a:p>
              <a:p>
                <a:pPr algn="ctr"/>
                <a:r>
                  <a:rPr lang="en-DE" dirty="0">
                    <a:latin typeface="Roboto Light" panose="02000000000000000000" pitchFamily="2" charset="0"/>
                    <a:ea typeface="Roboto Light" panose="02000000000000000000" pitchFamily="2" charset="0"/>
                    <a:cs typeface="Menlo" panose="020B0609030804020204" pitchFamily="49" charset="0"/>
                  </a:rPr>
                  <a:t>is set to all zeros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8D8622-5078-7E46-8D3F-46ED8C3D7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189" y="4974527"/>
                <a:ext cx="1927131" cy="646331"/>
              </a:xfrm>
              <a:prstGeom prst="rect">
                <a:avLst/>
              </a:prstGeom>
              <a:blipFill>
                <a:blip r:embed="rId7"/>
                <a:stretch>
                  <a:fillRect l="-2632" t="-3846" r="-2632" b="-1346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0D47121-A714-DA4D-A781-CD2EDABEAC34}"/>
              </a:ext>
            </a:extLst>
          </p:cNvPr>
          <p:cNvCxnSpPr>
            <a:cxnSpLocks/>
          </p:cNvCxnSpPr>
          <p:nvPr/>
        </p:nvCxnSpPr>
        <p:spPr>
          <a:xfrm flipV="1">
            <a:off x="6635820" y="3817565"/>
            <a:ext cx="0" cy="115696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lg" len="med"/>
            <a:tailEnd type="non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004D1ED-F160-594A-ADC4-8BDBA4DDC9ED}"/>
              </a:ext>
            </a:extLst>
          </p:cNvPr>
          <p:cNvCxnSpPr>
            <a:cxnSpLocks/>
          </p:cNvCxnSpPr>
          <p:nvPr/>
        </p:nvCxnSpPr>
        <p:spPr>
          <a:xfrm>
            <a:off x="6635820" y="3817565"/>
            <a:ext cx="1272844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5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BFBA5A7-7285-F349-95B6-C53F70118BCA}"/>
              </a:ext>
            </a:extLst>
          </p:cNvPr>
          <p:cNvSpPr txBox="1"/>
          <p:nvPr/>
        </p:nvSpPr>
        <p:spPr>
          <a:xfrm>
            <a:off x="8072224" y="1631555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>
                <a:latin typeface="Monaco" pitchFamily="2" charset="77"/>
                <a:ea typeface="Menlo" panose="020B0609030804020204" pitchFamily="49" charset="0"/>
                <a:cs typeface="Menlo" panose="020B0609030804020204" pitchFamily="49" charset="0"/>
              </a:rPr>
              <a:t>log_surv</a:t>
            </a:r>
          </a:p>
        </p:txBody>
      </p:sp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27A5CE71-9866-D043-8FE7-EA60B183B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910911"/>
              </p:ext>
            </p:extLst>
          </p:nvPr>
        </p:nvGraphicFramePr>
        <p:xfrm>
          <a:off x="7254409" y="2351742"/>
          <a:ext cx="3295060" cy="186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01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427396348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1158632962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2417830556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324716847"/>
                    </a:ext>
                  </a:extLst>
                </a:gridCol>
              </a:tblGrid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0115193-E3A5-F048-86F8-3B8C841075E1}"/>
              </a:ext>
            </a:extLst>
          </p:cNvPr>
          <p:cNvSpPr txBox="1"/>
          <p:nvPr/>
        </p:nvSpPr>
        <p:spPr>
          <a:xfrm>
            <a:off x="3715570" y="1631555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>
                <a:latin typeface="Monaco" pitchFamily="2" charset="77"/>
                <a:ea typeface="Menlo" panose="020B0609030804020204" pitchFamily="49" charset="0"/>
                <a:cs typeface="Menlo" panose="020B0609030804020204" pitchFamily="49" charset="0"/>
              </a:rPr>
              <a:t>log_pdf</a:t>
            </a:r>
          </a:p>
        </p:txBody>
      </p:sp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6EB6ADCD-8B59-4C48-86E7-314C721F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090387"/>
              </p:ext>
            </p:extLst>
          </p:nvPr>
        </p:nvGraphicFramePr>
        <p:xfrm>
          <a:off x="2810499" y="2351742"/>
          <a:ext cx="3295060" cy="186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01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427396348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1158632962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2417830556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324716847"/>
                    </a:ext>
                  </a:extLst>
                </a:gridCol>
              </a:tblGrid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DE" sz="2000" dirty="0"/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145A5774-2ACA-A749-95D5-A03E674EC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397017"/>
              </p:ext>
            </p:extLst>
          </p:nvPr>
        </p:nvGraphicFramePr>
        <p:xfrm>
          <a:off x="864529" y="2351742"/>
          <a:ext cx="659012" cy="186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01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620630">
                <a:tc>
                  <a:txBody>
                    <a:bodyPr/>
                    <a:lstStyle/>
                    <a:p>
                      <a:pPr algn="ctr"/>
                      <a:r>
                        <a:rPr lang="en-DE" sz="2400" dirty="0">
                          <a:latin typeface="Monaco" pitchFamily="2" charset="77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</a:t>
                      </a:r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ctr"/>
                      <a:r>
                        <a:rPr lang="en-DE" sz="2400" dirty="0">
                          <a:latin typeface="Monaco" pitchFamily="2" charset="77"/>
                        </a:rPr>
                        <a:t>4</a:t>
                      </a:r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ctr"/>
                      <a:r>
                        <a:rPr lang="en-DE" sz="2400" dirty="0">
                          <a:latin typeface="Monaco" pitchFamily="2" charset="77"/>
                        </a:rPr>
                        <a:t>3</a:t>
                      </a:r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38CBEA5-EAFB-E34F-AB46-1890993E79D0}"/>
              </a:ext>
            </a:extLst>
          </p:cNvPr>
          <p:cNvSpPr txBox="1"/>
          <p:nvPr/>
        </p:nvSpPr>
        <p:spPr>
          <a:xfrm>
            <a:off x="78986" y="1631556"/>
            <a:ext cx="2230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>
                <a:latin typeface="Monaco" pitchFamily="2" charset="77"/>
                <a:ea typeface="Menlo" panose="020B0609030804020204" pitchFamily="49" charset="0"/>
                <a:cs typeface="Menlo" panose="020B0609030804020204" pitchFamily="49" charset="0"/>
              </a:rPr>
              <a:t>seq_lengths</a:t>
            </a:r>
          </a:p>
        </p:txBody>
      </p:sp>
      <p:graphicFrame>
        <p:nvGraphicFramePr>
          <p:cNvPr id="24" name="Table 4">
            <a:extLst>
              <a:ext uri="{FF2B5EF4-FFF2-40B4-BE49-F238E27FC236}">
                <a16:creationId xmlns:a16="http://schemas.microsoft.com/office/drawing/2014/main" id="{BE78D417-A27C-CC47-97CC-AC241F9FD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738367"/>
              </p:ext>
            </p:extLst>
          </p:nvPr>
        </p:nvGraphicFramePr>
        <p:xfrm>
          <a:off x="12108322" y="2351742"/>
          <a:ext cx="659012" cy="186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01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620630">
                <a:tc>
                  <a:txBody>
                    <a:bodyPr/>
                    <a:lstStyle/>
                    <a:p>
                      <a:pPr algn="r"/>
                      <a:endParaRPr lang="en-DE" sz="24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r"/>
                      <a:endParaRPr lang="en-DE" sz="2400" dirty="0">
                        <a:latin typeface="Monaco" pitchFamily="2" charset="77"/>
                      </a:endParaRPr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620630">
                <a:tc>
                  <a:txBody>
                    <a:bodyPr/>
                    <a:lstStyle/>
                    <a:p>
                      <a:pPr algn="r"/>
                      <a:endParaRPr lang="en-DE" sz="2400" dirty="0">
                        <a:latin typeface="Monaco" pitchFamily="2" charset="77"/>
                      </a:endParaRPr>
                    </a:p>
                  </a:txBody>
                  <a:tcPr marL="153032" marR="153032" marT="76516" marB="76516" anchor="ctr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A319C8F-16C0-934F-8158-C44C0BB48AA7}"/>
              </a:ext>
            </a:extLst>
          </p:cNvPr>
          <p:cNvSpPr txBox="1"/>
          <p:nvPr/>
        </p:nvSpPr>
        <p:spPr>
          <a:xfrm>
            <a:off x="11610877" y="1631556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>
                <a:latin typeface="Monaco" pitchFamily="2" charset="77"/>
                <a:ea typeface="Menlo" panose="020B0609030804020204" pitchFamily="49" charset="0"/>
                <a:cs typeface="Menlo" panose="020B0609030804020204" pitchFamily="49" charset="0"/>
              </a:rPr>
              <a:t>log_like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E60C064E-E73D-7248-99DC-DA03856F3781}"/>
              </a:ext>
            </a:extLst>
          </p:cNvPr>
          <p:cNvSpPr/>
          <p:nvPr/>
        </p:nvSpPr>
        <p:spPr>
          <a:xfrm>
            <a:off x="11053504" y="3009718"/>
            <a:ext cx="534355" cy="540000"/>
          </a:xfrm>
          <a:prstGeom prst="rightArrow">
            <a:avLst>
              <a:gd name="adj1" fmla="val 40183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2A4E6F41-F8E6-2A43-AFE2-1095F4D8A1AA}"/>
              </a:ext>
            </a:extLst>
          </p:cNvPr>
          <p:cNvSpPr/>
          <p:nvPr/>
        </p:nvSpPr>
        <p:spPr>
          <a:xfrm>
            <a:off x="6409984" y="3012687"/>
            <a:ext cx="540000" cy="540000"/>
          </a:xfrm>
          <a:prstGeom prst="plus">
            <a:avLst>
              <a:gd name="adj" fmla="val 33715"/>
            </a:avLst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31316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reeform 83"/>
          <p:cNvSpPr/>
          <p:nvPr/>
        </p:nvSpPr>
        <p:spPr>
          <a:xfrm>
            <a:off x="6835773" y="1308350"/>
            <a:ext cx="2649492" cy="880245"/>
          </a:xfrm>
          <a:custGeom>
            <a:avLst/>
            <a:gdLst>
              <a:gd name="connsiteX0" fmla="*/ 0 w 1149531"/>
              <a:gd name="connsiteY0" fmla="*/ 692353 h 693436"/>
              <a:gd name="connsiteX1" fmla="*/ 261257 w 1149531"/>
              <a:gd name="connsiteY1" fmla="*/ 583495 h 693436"/>
              <a:gd name="connsiteX2" fmla="*/ 404948 w 1149531"/>
              <a:gd name="connsiteY2" fmla="*/ 21 h 693436"/>
              <a:gd name="connsiteX3" fmla="*/ 618308 w 1149531"/>
              <a:gd name="connsiteY3" fmla="*/ 561724 h 693436"/>
              <a:gd name="connsiteX4" fmla="*/ 1149531 w 1149531"/>
              <a:gd name="connsiteY4" fmla="*/ 687998 h 693436"/>
              <a:gd name="connsiteX0" fmla="*/ 0 w 1149531"/>
              <a:gd name="connsiteY0" fmla="*/ 692333 h 692684"/>
              <a:gd name="connsiteX1" fmla="*/ 173976 w 1149531"/>
              <a:gd name="connsiteY1" fmla="*/ 562536 h 692684"/>
              <a:gd name="connsiteX2" fmla="*/ 404948 w 1149531"/>
              <a:gd name="connsiteY2" fmla="*/ 1 h 692684"/>
              <a:gd name="connsiteX3" fmla="*/ 618308 w 1149531"/>
              <a:gd name="connsiteY3" fmla="*/ 561704 h 692684"/>
              <a:gd name="connsiteX4" fmla="*/ 1149531 w 1149531"/>
              <a:gd name="connsiteY4" fmla="*/ 687978 h 692684"/>
              <a:gd name="connsiteX0" fmla="*/ 0 w 1149531"/>
              <a:gd name="connsiteY0" fmla="*/ 685353 h 685689"/>
              <a:gd name="connsiteX1" fmla="*/ 173976 w 1149531"/>
              <a:gd name="connsiteY1" fmla="*/ 555556 h 685689"/>
              <a:gd name="connsiteX2" fmla="*/ 365275 w 1149531"/>
              <a:gd name="connsiteY2" fmla="*/ 1 h 685689"/>
              <a:gd name="connsiteX3" fmla="*/ 618308 w 1149531"/>
              <a:gd name="connsiteY3" fmla="*/ 554724 h 685689"/>
              <a:gd name="connsiteX4" fmla="*/ 1149531 w 1149531"/>
              <a:gd name="connsiteY4" fmla="*/ 680998 h 685689"/>
              <a:gd name="connsiteX0" fmla="*/ 0 w 1149531"/>
              <a:gd name="connsiteY0" fmla="*/ 685437 h 685562"/>
              <a:gd name="connsiteX1" fmla="*/ 142238 w 1149531"/>
              <a:gd name="connsiteY1" fmla="*/ 513762 h 685562"/>
              <a:gd name="connsiteX2" fmla="*/ 365275 w 1149531"/>
              <a:gd name="connsiteY2" fmla="*/ 85 h 685562"/>
              <a:gd name="connsiteX3" fmla="*/ 618308 w 1149531"/>
              <a:gd name="connsiteY3" fmla="*/ 554808 h 685562"/>
              <a:gd name="connsiteX4" fmla="*/ 1149531 w 1149531"/>
              <a:gd name="connsiteY4" fmla="*/ 681082 h 685562"/>
              <a:gd name="connsiteX0" fmla="*/ 0 w 1149531"/>
              <a:gd name="connsiteY0" fmla="*/ 594721 h 594822"/>
              <a:gd name="connsiteX1" fmla="*/ 142238 w 1149531"/>
              <a:gd name="connsiteY1" fmla="*/ 423046 h 594822"/>
              <a:gd name="connsiteX2" fmla="*/ 329570 w 1149531"/>
              <a:gd name="connsiteY2" fmla="*/ 105 h 594822"/>
              <a:gd name="connsiteX3" fmla="*/ 618308 w 1149531"/>
              <a:gd name="connsiteY3" fmla="*/ 464092 h 594822"/>
              <a:gd name="connsiteX4" fmla="*/ 1149531 w 1149531"/>
              <a:gd name="connsiteY4" fmla="*/ 590366 h 594822"/>
              <a:gd name="connsiteX0" fmla="*/ 0 w 1149531"/>
              <a:gd name="connsiteY0" fmla="*/ 671480 h 671600"/>
              <a:gd name="connsiteX1" fmla="*/ 142238 w 1149531"/>
              <a:gd name="connsiteY1" fmla="*/ 499805 h 671600"/>
              <a:gd name="connsiteX2" fmla="*/ 333537 w 1149531"/>
              <a:gd name="connsiteY2" fmla="*/ 87 h 671600"/>
              <a:gd name="connsiteX3" fmla="*/ 618308 w 1149531"/>
              <a:gd name="connsiteY3" fmla="*/ 540851 h 671600"/>
              <a:gd name="connsiteX4" fmla="*/ 1149531 w 1149531"/>
              <a:gd name="connsiteY4" fmla="*/ 667125 h 671600"/>
              <a:gd name="connsiteX0" fmla="*/ 0 w 1149531"/>
              <a:gd name="connsiteY0" fmla="*/ 671512 h 671903"/>
              <a:gd name="connsiteX1" fmla="*/ 142238 w 1149531"/>
              <a:gd name="connsiteY1" fmla="*/ 499837 h 671903"/>
              <a:gd name="connsiteX2" fmla="*/ 333537 w 1149531"/>
              <a:gd name="connsiteY2" fmla="*/ 119 h 671903"/>
              <a:gd name="connsiteX3" fmla="*/ 562766 w 1149531"/>
              <a:gd name="connsiteY3" fmla="*/ 547863 h 671903"/>
              <a:gd name="connsiteX4" fmla="*/ 1149531 w 1149531"/>
              <a:gd name="connsiteY4" fmla="*/ 667157 h 67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9531" h="671903">
                <a:moveTo>
                  <a:pt x="0" y="671512"/>
                </a:moveTo>
                <a:cubicBezTo>
                  <a:pt x="96883" y="674777"/>
                  <a:pt x="86649" y="611736"/>
                  <a:pt x="142238" y="499837"/>
                </a:cubicBezTo>
                <a:cubicBezTo>
                  <a:pt x="197828" y="387938"/>
                  <a:pt x="263449" y="-7885"/>
                  <a:pt x="333537" y="119"/>
                </a:cubicBezTo>
                <a:cubicBezTo>
                  <a:pt x="403625" y="8123"/>
                  <a:pt x="438669" y="433200"/>
                  <a:pt x="562766" y="547863"/>
                </a:cubicBezTo>
                <a:cubicBezTo>
                  <a:pt x="686863" y="662526"/>
                  <a:pt x="1028337" y="683123"/>
                  <a:pt x="1149531" y="667157"/>
                </a:cubicBezTo>
              </a:path>
            </a:pathLst>
          </a:cu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6039D8-AFA9-4640-892B-A84A6518FD28}"/>
              </a:ext>
            </a:extLst>
          </p:cNvPr>
          <p:cNvCxnSpPr>
            <a:cxnSpLocks/>
          </p:cNvCxnSpPr>
          <p:nvPr/>
        </p:nvCxnSpPr>
        <p:spPr>
          <a:xfrm>
            <a:off x="3567635" y="2201556"/>
            <a:ext cx="6818811" cy="0"/>
          </a:xfrm>
          <a:prstGeom prst="straightConnector1">
            <a:avLst/>
          </a:prstGeom>
          <a:solidFill>
            <a:schemeClr val="tx1"/>
          </a:solidFill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189093-87AB-4586-B636-0A4B0CC47003}"/>
              </a:ext>
            </a:extLst>
          </p:cNvPr>
          <p:cNvCxnSpPr>
            <a:cxnSpLocks/>
          </p:cNvCxnSpPr>
          <p:nvPr/>
        </p:nvCxnSpPr>
        <p:spPr>
          <a:xfrm>
            <a:off x="6842803" y="2201556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516FCF-FB1C-4E4B-A37F-742044B989FD}"/>
              </a:ext>
            </a:extLst>
          </p:cNvPr>
          <p:cNvCxnSpPr>
            <a:cxnSpLocks/>
          </p:cNvCxnSpPr>
          <p:nvPr/>
        </p:nvCxnSpPr>
        <p:spPr>
          <a:xfrm>
            <a:off x="5470537" y="2209616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2BBB51-764C-4A0D-A657-AE37AC887809}"/>
              </a:ext>
            </a:extLst>
          </p:cNvPr>
          <p:cNvCxnSpPr>
            <a:cxnSpLocks/>
          </p:cNvCxnSpPr>
          <p:nvPr/>
        </p:nvCxnSpPr>
        <p:spPr>
          <a:xfrm>
            <a:off x="4400334" y="2201556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/>
              <p:nvPr/>
            </p:nvSpPr>
            <p:spPr>
              <a:xfrm>
                <a:off x="4058475" y="1544281"/>
                <a:ext cx="22608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475" y="1544281"/>
                <a:ext cx="226088" cy="215444"/>
              </a:xfrm>
              <a:prstGeom prst="rect">
                <a:avLst/>
              </a:prstGeom>
              <a:blipFill>
                <a:blip r:embed="rId2"/>
                <a:stretch>
                  <a:fillRect l="-21053" r="-5263" b="-27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/>
              <p:nvPr/>
            </p:nvSpPr>
            <p:spPr>
              <a:xfrm>
                <a:off x="5084324" y="1544281"/>
                <a:ext cx="23025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324" y="1544281"/>
                <a:ext cx="230256" cy="215444"/>
              </a:xfrm>
              <a:prstGeom prst="rect">
                <a:avLst/>
              </a:prstGeom>
              <a:blipFill>
                <a:blip r:embed="rId3"/>
                <a:stretch>
                  <a:fillRect l="-21053" r="-5263" b="-27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/>
              <p:nvPr/>
            </p:nvSpPr>
            <p:spPr>
              <a:xfrm>
                <a:off x="6751328" y="260228"/>
                <a:ext cx="1898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4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328" y="260228"/>
                <a:ext cx="189860" cy="215444"/>
              </a:xfrm>
              <a:prstGeom prst="rect">
                <a:avLst/>
              </a:prstGeom>
              <a:blipFill>
                <a:blip r:embed="rId4"/>
                <a:stretch>
                  <a:fillRect l="-12500" r="-6250"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ounded Rectangle 51"/>
          <p:cNvSpPr/>
          <p:nvPr/>
        </p:nvSpPr>
        <p:spPr>
          <a:xfrm>
            <a:off x="3991003" y="1270510"/>
            <a:ext cx="2997978" cy="818605"/>
          </a:xfrm>
          <a:prstGeom prst="roundRect">
            <a:avLst/>
          </a:prstGeom>
          <a:noFill/>
          <a:ln w="2540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>
            <a:cxnSpLocks/>
          </p:cNvCxnSpPr>
          <p:nvPr/>
        </p:nvCxnSpPr>
        <p:spPr>
          <a:xfrm flipH="1" flipV="1">
            <a:off x="6842804" y="1915399"/>
            <a:ext cx="1361" cy="27725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/>
              <p:nvPr/>
            </p:nvSpPr>
            <p:spPr>
              <a:xfrm>
                <a:off x="6343213" y="1544281"/>
                <a:ext cx="37580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DE" sz="1400" b="1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213" y="1544281"/>
                <a:ext cx="375809" cy="215444"/>
              </a:xfrm>
              <a:prstGeom prst="rect">
                <a:avLst/>
              </a:prstGeom>
              <a:blipFill>
                <a:blip r:embed="rId5"/>
                <a:stretch>
                  <a:fillRect l="-13333" r="-3333" b="-27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89168" y="1485273"/>
                <a:ext cx="4793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168" y="1485273"/>
                <a:ext cx="4793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/>
          <p:cNvCxnSpPr/>
          <p:nvPr/>
        </p:nvCxnSpPr>
        <p:spPr>
          <a:xfrm flipV="1">
            <a:off x="6839288" y="1030921"/>
            <a:ext cx="0" cy="23958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cxnSpLocks/>
            <a:stCxn id="71" idx="3"/>
          </p:cNvCxnSpPr>
          <p:nvPr/>
        </p:nvCxnSpPr>
        <p:spPr>
          <a:xfrm flipV="1">
            <a:off x="6929250" y="775119"/>
            <a:ext cx="401748" cy="231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2BBB51-764C-4A0D-A657-AE37AC887809}"/>
              </a:ext>
            </a:extLst>
          </p:cNvPr>
          <p:cNvCxnSpPr>
            <a:cxnSpLocks/>
          </p:cNvCxnSpPr>
          <p:nvPr/>
        </p:nvCxnSpPr>
        <p:spPr>
          <a:xfrm>
            <a:off x="3576745" y="2197685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52BBB51-764C-4A0D-A657-AE37AC887809}"/>
              </a:ext>
            </a:extLst>
          </p:cNvPr>
          <p:cNvCxnSpPr>
            <a:cxnSpLocks/>
          </p:cNvCxnSpPr>
          <p:nvPr/>
        </p:nvCxnSpPr>
        <p:spPr>
          <a:xfrm>
            <a:off x="9489757" y="2211263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37299D2-69F3-DA48-8D42-C91DE99AF51E}"/>
              </a:ext>
            </a:extLst>
          </p:cNvPr>
          <p:cNvSpPr txBox="1"/>
          <p:nvPr/>
        </p:nvSpPr>
        <p:spPr>
          <a:xfrm>
            <a:off x="9047928" y="494981"/>
            <a:ext cx="1631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dirty="0">
                <a:latin typeface="Roboto Light" panose="02000000000000000000" pitchFamily="2" charset="0"/>
                <a:ea typeface="Roboto Light" panose="02000000000000000000" pitchFamily="2" charset="0"/>
              </a:rPr>
              <a:t>PDF of the next </a:t>
            </a:r>
          </a:p>
          <a:p>
            <a:pPr algn="ctr"/>
            <a:r>
              <a:rPr lang="en-DE" sz="1400" dirty="0">
                <a:latin typeface="Roboto Light" panose="02000000000000000000" pitchFamily="2" charset="0"/>
                <a:ea typeface="Roboto Light" panose="02000000000000000000" pitchFamily="2" charset="0"/>
              </a:rPr>
              <a:t>inter-event time</a:t>
            </a:r>
          </a:p>
        </p:txBody>
      </p:sp>
      <p:graphicFrame>
        <p:nvGraphicFramePr>
          <p:cNvPr id="57" name="Table 4">
            <a:extLst>
              <a:ext uri="{FF2B5EF4-FFF2-40B4-BE49-F238E27FC236}">
                <a16:creationId xmlns:a16="http://schemas.microsoft.com/office/drawing/2014/main" id="{F7920413-EA77-C94A-BF38-DE684BDD4182}"/>
              </a:ext>
            </a:extLst>
          </p:cNvPr>
          <p:cNvGraphicFramePr>
            <a:graphicFrameLocks noGrp="1"/>
          </p:cNvGraphicFramePr>
          <p:nvPr/>
        </p:nvGraphicFramePr>
        <p:xfrm>
          <a:off x="6744141" y="1400666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AA6885E-8322-EA4A-B17D-83FD4B040A5C}"/>
              </a:ext>
            </a:extLst>
          </p:cNvPr>
          <p:cNvCxnSpPr>
            <a:cxnSpLocks/>
          </p:cNvCxnSpPr>
          <p:nvPr/>
        </p:nvCxnSpPr>
        <p:spPr>
          <a:xfrm flipH="1" flipV="1">
            <a:off x="5471619" y="1927455"/>
            <a:ext cx="1361" cy="27725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Table 4">
            <a:extLst>
              <a:ext uri="{FF2B5EF4-FFF2-40B4-BE49-F238E27FC236}">
                <a16:creationId xmlns:a16="http://schemas.microsoft.com/office/drawing/2014/main" id="{66068A92-E460-004C-A1B5-6B88B901D1C1}"/>
              </a:ext>
            </a:extLst>
          </p:cNvPr>
          <p:cNvGraphicFramePr>
            <a:graphicFrameLocks noGrp="1"/>
          </p:cNvGraphicFramePr>
          <p:nvPr/>
        </p:nvGraphicFramePr>
        <p:xfrm>
          <a:off x="5372956" y="1412722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41B6B66-EEDB-6546-B229-36CB0596992C}"/>
              </a:ext>
            </a:extLst>
          </p:cNvPr>
          <p:cNvCxnSpPr>
            <a:cxnSpLocks/>
          </p:cNvCxnSpPr>
          <p:nvPr/>
        </p:nvCxnSpPr>
        <p:spPr>
          <a:xfrm flipH="1" flipV="1">
            <a:off x="4395572" y="1918783"/>
            <a:ext cx="1361" cy="27725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6" name="Table 4">
            <a:extLst>
              <a:ext uri="{FF2B5EF4-FFF2-40B4-BE49-F238E27FC236}">
                <a16:creationId xmlns:a16="http://schemas.microsoft.com/office/drawing/2014/main" id="{E80DD7D0-948B-4D4C-95C8-33127872D4F8}"/>
              </a:ext>
            </a:extLst>
          </p:cNvPr>
          <p:cNvGraphicFramePr>
            <a:graphicFrameLocks noGrp="1"/>
          </p:cNvGraphicFramePr>
          <p:nvPr/>
        </p:nvGraphicFramePr>
        <p:xfrm>
          <a:off x="4296909" y="1404050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graphicFrame>
        <p:nvGraphicFramePr>
          <p:cNvPr id="71" name="Table 4">
            <a:extLst>
              <a:ext uri="{FF2B5EF4-FFF2-40B4-BE49-F238E27FC236}">
                <a16:creationId xmlns:a16="http://schemas.microsoft.com/office/drawing/2014/main" id="{16B5E31B-B5CB-1047-9237-9E4C0DFA51C3}"/>
              </a:ext>
            </a:extLst>
          </p:cNvPr>
          <p:cNvGraphicFramePr>
            <a:graphicFrameLocks noGrp="1"/>
          </p:cNvGraphicFramePr>
          <p:nvPr/>
        </p:nvGraphicFramePr>
        <p:xfrm>
          <a:off x="6751328" y="526094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BF1CD65-1952-DE44-8543-DDADF542A1AE}"/>
                  </a:ext>
                </a:extLst>
              </p:cNvPr>
              <p:cNvSpPr txBox="1"/>
              <p:nvPr/>
            </p:nvSpPr>
            <p:spPr>
              <a:xfrm>
                <a:off x="4097265" y="376745"/>
                <a:ext cx="2621757" cy="759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4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Encode history </a:t>
                </a:r>
                <a:endParaRPr lang="en-US" sz="1400" i="1" dirty="0">
                  <a:latin typeface="Cambria Math" panose="02040503050406030204" pitchFamily="18" charset="0"/>
                  <a:ea typeface="Roboto Light" panose="02000000000000000000" pitchFamily="2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ℋ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Roboto Light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4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 </a:t>
                </a:r>
              </a:p>
              <a:p>
                <a:pPr algn="ctr"/>
                <a:r>
                  <a:rPr lang="en-DE" sz="14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as a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𝒄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endParaRPr lang="en-DE" sz="1400" dirty="0">
                  <a:latin typeface="Roboto Light" panose="02000000000000000000" pitchFamily="2" charset="0"/>
                  <a:ea typeface="Roboto Light" panose="02000000000000000000" pitchFamily="2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BF1CD65-1952-DE44-8543-DDADF542A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265" y="376745"/>
                <a:ext cx="2621757" cy="759695"/>
              </a:xfrm>
              <a:prstGeom prst="rect">
                <a:avLst/>
              </a:prstGeom>
              <a:blipFill>
                <a:blip r:embed="rId7"/>
                <a:stretch>
                  <a:fillRect t="-1639" b="-819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" name="Table 4">
            <a:extLst>
              <a:ext uri="{FF2B5EF4-FFF2-40B4-BE49-F238E27FC236}">
                <a16:creationId xmlns:a16="http://schemas.microsoft.com/office/drawing/2014/main" id="{F1651BE0-B48E-6441-B31C-026DF0ED10E4}"/>
              </a:ext>
            </a:extLst>
          </p:cNvPr>
          <p:cNvGraphicFramePr>
            <a:graphicFrameLocks noGrp="1"/>
          </p:cNvGraphicFramePr>
          <p:nvPr/>
        </p:nvGraphicFramePr>
        <p:xfrm>
          <a:off x="7333669" y="542126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744588-5015-8B40-9275-BAC1B015AA8C}"/>
                  </a:ext>
                </a:extLst>
              </p:cNvPr>
              <p:cNvSpPr txBox="1"/>
              <p:nvPr/>
            </p:nvSpPr>
            <p:spPr>
              <a:xfrm>
                <a:off x="7330999" y="270765"/>
                <a:ext cx="21069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744588-5015-8B40-9275-BAC1B015A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999" y="270765"/>
                <a:ext cx="210699" cy="215444"/>
              </a:xfrm>
              <a:prstGeom prst="rect">
                <a:avLst/>
              </a:prstGeom>
              <a:blipFill>
                <a:blip r:embed="rId8"/>
                <a:stretch>
                  <a:fillRect l="-23529" r="-5882" b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88E4D-8613-8747-9678-479FA5EE7CE7}"/>
                  </a:ext>
                </a:extLst>
              </p:cNvPr>
              <p:cNvSpPr/>
              <p:nvPr/>
            </p:nvSpPr>
            <p:spPr>
              <a:xfrm>
                <a:off x="7869756" y="1363705"/>
                <a:ext cx="1553117" cy="3079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𝑖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  <a:ea typeface="Roboto Light" panose="02000000000000000000" pitchFamily="2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  <a:ea typeface="Roboto Light" panose="02000000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4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88E4D-8613-8747-9678-479FA5EE7C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756" y="1363705"/>
                <a:ext cx="1553117" cy="307969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1CE7E13-171E-1341-A75B-2AC37B852F6A}"/>
              </a:ext>
            </a:extLst>
          </p:cNvPr>
          <p:cNvCxnSpPr>
            <a:cxnSpLocks/>
          </p:cNvCxnSpPr>
          <p:nvPr/>
        </p:nvCxnSpPr>
        <p:spPr>
          <a:xfrm>
            <a:off x="7511591" y="774933"/>
            <a:ext cx="1571204" cy="0"/>
          </a:xfrm>
          <a:prstGeom prst="straightConnector1">
            <a:avLst/>
          </a:prstGeom>
          <a:ln w="19050">
            <a:solidFill>
              <a:schemeClr val="accent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012A893-BE30-674D-9230-23E2CEA5127D}"/>
              </a:ext>
            </a:extLst>
          </p:cNvPr>
          <p:cNvCxnSpPr>
            <a:cxnSpLocks/>
          </p:cNvCxnSpPr>
          <p:nvPr/>
        </p:nvCxnSpPr>
        <p:spPr>
          <a:xfrm>
            <a:off x="9082795" y="778805"/>
            <a:ext cx="0" cy="633916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C8C6FB7-A17A-0D43-BCB0-CAA8E7C116F2}"/>
                  </a:ext>
                </a:extLst>
              </p:cNvPr>
              <p:cNvSpPr txBox="1"/>
              <p:nvPr/>
            </p:nvSpPr>
            <p:spPr>
              <a:xfrm>
                <a:off x="4337415" y="2277725"/>
                <a:ext cx="1865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C8C6FB7-A17A-0D43-BCB0-CAA8E7C11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415" y="2277725"/>
                <a:ext cx="186590" cy="215444"/>
              </a:xfrm>
              <a:prstGeom prst="rect">
                <a:avLst/>
              </a:prstGeom>
              <a:blipFill>
                <a:blip r:embed="rId10"/>
                <a:stretch>
                  <a:fillRect l="-18750" r="-6250" b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6298C39-A554-834C-AEE2-BB4120D16BB0}"/>
                  </a:ext>
                </a:extLst>
              </p:cNvPr>
              <p:cNvSpPr txBox="1"/>
              <p:nvPr/>
            </p:nvSpPr>
            <p:spPr>
              <a:xfrm>
                <a:off x="5393285" y="2285746"/>
                <a:ext cx="19075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6298C39-A554-834C-AEE2-BB4120D16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285" y="2285746"/>
                <a:ext cx="190757" cy="215444"/>
              </a:xfrm>
              <a:prstGeom prst="rect">
                <a:avLst/>
              </a:prstGeom>
              <a:blipFill>
                <a:blip r:embed="rId11"/>
                <a:stretch>
                  <a:fillRect l="-18750" r="-6250" b="-1764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89F9492-5931-1041-B5B2-C3BF6B05D8D0}"/>
                  </a:ext>
                </a:extLst>
              </p:cNvPr>
              <p:cNvSpPr txBox="1"/>
              <p:nvPr/>
            </p:nvSpPr>
            <p:spPr>
              <a:xfrm>
                <a:off x="6695196" y="2285746"/>
                <a:ext cx="33631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89F9492-5931-1041-B5B2-C3BF6B05D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196" y="2285746"/>
                <a:ext cx="336311" cy="215444"/>
              </a:xfrm>
              <a:prstGeom prst="rect">
                <a:avLst/>
              </a:prstGeom>
              <a:blipFill>
                <a:blip r:embed="rId12"/>
                <a:stretch>
                  <a:fillRect l="-11111" r="-3704" b="-1764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CA5F2B1-7626-3643-9417-5F95FB699380}"/>
                  </a:ext>
                </a:extLst>
              </p:cNvPr>
              <p:cNvSpPr txBox="1"/>
              <p:nvPr/>
            </p:nvSpPr>
            <p:spPr>
              <a:xfrm>
                <a:off x="3519907" y="2285746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CA5F2B1-7626-3643-9417-5F95FB699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907" y="2285746"/>
                <a:ext cx="139461" cy="215444"/>
              </a:xfrm>
              <a:prstGeom prst="rect">
                <a:avLst/>
              </a:prstGeom>
              <a:blipFill>
                <a:blip r:embed="rId13"/>
                <a:stretch>
                  <a:fillRect l="-16667" r="-33333" b="-58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2B61FB2-6787-5345-ADB7-404E5984FB69}"/>
                  </a:ext>
                </a:extLst>
              </p:cNvPr>
              <p:cNvSpPr txBox="1"/>
              <p:nvPr/>
            </p:nvSpPr>
            <p:spPr>
              <a:xfrm>
                <a:off x="9417560" y="2285746"/>
                <a:ext cx="1514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2B61FB2-6787-5345-ADB7-404E5984F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7560" y="2285746"/>
                <a:ext cx="151452" cy="215444"/>
              </a:xfrm>
              <a:prstGeom prst="rect">
                <a:avLst/>
              </a:prstGeom>
              <a:blipFill>
                <a:blip r:embed="rId14"/>
                <a:stretch>
                  <a:fillRect l="-23077" r="-23077" b="-58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8441F766-7D4A-4540-B15B-88D04112E9D6}"/>
              </a:ext>
            </a:extLst>
          </p:cNvPr>
          <p:cNvSpPr txBox="1"/>
          <p:nvPr/>
        </p:nvSpPr>
        <p:spPr>
          <a:xfrm>
            <a:off x="10211718" y="2285746"/>
            <a:ext cx="34945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DE" sz="1400" dirty="0">
                <a:latin typeface="Roboto Light" panose="02000000000000000000" pitchFamily="2" charset="0"/>
                <a:ea typeface="Roboto Light" panose="02000000000000000000" pitchFamily="2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300696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reeform 83"/>
          <p:cNvSpPr/>
          <p:nvPr/>
        </p:nvSpPr>
        <p:spPr>
          <a:xfrm>
            <a:off x="6835773" y="1308350"/>
            <a:ext cx="2649492" cy="880245"/>
          </a:xfrm>
          <a:custGeom>
            <a:avLst/>
            <a:gdLst>
              <a:gd name="connsiteX0" fmla="*/ 0 w 1149531"/>
              <a:gd name="connsiteY0" fmla="*/ 692353 h 693436"/>
              <a:gd name="connsiteX1" fmla="*/ 261257 w 1149531"/>
              <a:gd name="connsiteY1" fmla="*/ 583495 h 693436"/>
              <a:gd name="connsiteX2" fmla="*/ 404948 w 1149531"/>
              <a:gd name="connsiteY2" fmla="*/ 21 h 693436"/>
              <a:gd name="connsiteX3" fmla="*/ 618308 w 1149531"/>
              <a:gd name="connsiteY3" fmla="*/ 561724 h 693436"/>
              <a:gd name="connsiteX4" fmla="*/ 1149531 w 1149531"/>
              <a:gd name="connsiteY4" fmla="*/ 687998 h 693436"/>
              <a:gd name="connsiteX0" fmla="*/ 0 w 1149531"/>
              <a:gd name="connsiteY0" fmla="*/ 692333 h 692684"/>
              <a:gd name="connsiteX1" fmla="*/ 173976 w 1149531"/>
              <a:gd name="connsiteY1" fmla="*/ 562536 h 692684"/>
              <a:gd name="connsiteX2" fmla="*/ 404948 w 1149531"/>
              <a:gd name="connsiteY2" fmla="*/ 1 h 692684"/>
              <a:gd name="connsiteX3" fmla="*/ 618308 w 1149531"/>
              <a:gd name="connsiteY3" fmla="*/ 561704 h 692684"/>
              <a:gd name="connsiteX4" fmla="*/ 1149531 w 1149531"/>
              <a:gd name="connsiteY4" fmla="*/ 687978 h 692684"/>
              <a:gd name="connsiteX0" fmla="*/ 0 w 1149531"/>
              <a:gd name="connsiteY0" fmla="*/ 685353 h 685689"/>
              <a:gd name="connsiteX1" fmla="*/ 173976 w 1149531"/>
              <a:gd name="connsiteY1" fmla="*/ 555556 h 685689"/>
              <a:gd name="connsiteX2" fmla="*/ 365275 w 1149531"/>
              <a:gd name="connsiteY2" fmla="*/ 1 h 685689"/>
              <a:gd name="connsiteX3" fmla="*/ 618308 w 1149531"/>
              <a:gd name="connsiteY3" fmla="*/ 554724 h 685689"/>
              <a:gd name="connsiteX4" fmla="*/ 1149531 w 1149531"/>
              <a:gd name="connsiteY4" fmla="*/ 680998 h 685689"/>
              <a:gd name="connsiteX0" fmla="*/ 0 w 1149531"/>
              <a:gd name="connsiteY0" fmla="*/ 685437 h 685562"/>
              <a:gd name="connsiteX1" fmla="*/ 142238 w 1149531"/>
              <a:gd name="connsiteY1" fmla="*/ 513762 h 685562"/>
              <a:gd name="connsiteX2" fmla="*/ 365275 w 1149531"/>
              <a:gd name="connsiteY2" fmla="*/ 85 h 685562"/>
              <a:gd name="connsiteX3" fmla="*/ 618308 w 1149531"/>
              <a:gd name="connsiteY3" fmla="*/ 554808 h 685562"/>
              <a:gd name="connsiteX4" fmla="*/ 1149531 w 1149531"/>
              <a:gd name="connsiteY4" fmla="*/ 681082 h 685562"/>
              <a:gd name="connsiteX0" fmla="*/ 0 w 1149531"/>
              <a:gd name="connsiteY0" fmla="*/ 594721 h 594822"/>
              <a:gd name="connsiteX1" fmla="*/ 142238 w 1149531"/>
              <a:gd name="connsiteY1" fmla="*/ 423046 h 594822"/>
              <a:gd name="connsiteX2" fmla="*/ 329570 w 1149531"/>
              <a:gd name="connsiteY2" fmla="*/ 105 h 594822"/>
              <a:gd name="connsiteX3" fmla="*/ 618308 w 1149531"/>
              <a:gd name="connsiteY3" fmla="*/ 464092 h 594822"/>
              <a:gd name="connsiteX4" fmla="*/ 1149531 w 1149531"/>
              <a:gd name="connsiteY4" fmla="*/ 590366 h 594822"/>
              <a:gd name="connsiteX0" fmla="*/ 0 w 1149531"/>
              <a:gd name="connsiteY0" fmla="*/ 671480 h 671600"/>
              <a:gd name="connsiteX1" fmla="*/ 142238 w 1149531"/>
              <a:gd name="connsiteY1" fmla="*/ 499805 h 671600"/>
              <a:gd name="connsiteX2" fmla="*/ 333537 w 1149531"/>
              <a:gd name="connsiteY2" fmla="*/ 87 h 671600"/>
              <a:gd name="connsiteX3" fmla="*/ 618308 w 1149531"/>
              <a:gd name="connsiteY3" fmla="*/ 540851 h 671600"/>
              <a:gd name="connsiteX4" fmla="*/ 1149531 w 1149531"/>
              <a:gd name="connsiteY4" fmla="*/ 667125 h 671600"/>
              <a:gd name="connsiteX0" fmla="*/ 0 w 1149531"/>
              <a:gd name="connsiteY0" fmla="*/ 671512 h 671903"/>
              <a:gd name="connsiteX1" fmla="*/ 142238 w 1149531"/>
              <a:gd name="connsiteY1" fmla="*/ 499837 h 671903"/>
              <a:gd name="connsiteX2" fmla="*/ 333537 w 1149531"/>
              <a:gd name="connsiteY2" fmla="*/ 119 h 671903"/>
              <a:gd name="connsiteX3" fmla="*/ 562766 w 1149531"/>
              <a:gd name="connsiteY3" fmla="*/ 547863 h 671903"/>
              <a:gd name="connsiteX4" fmla="*/ 1149531 w 1149531"/>
              <a:gd name="connsiteY4" fmla="*/ 667157 h 67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9531" h="671903">
                <a:moveTo>
                  <a:pt x="0" y="671512"/>
                </a:moveTo>
                <a:cubicBezTo>
                  <a:pt x="96883" y="674777"/>
                  <a:pt x="86649" y="611736"/>
                  <a:pt x="142238" y="499837"/>
                </a:cubicBezTo>
                <a:cubicBezTo>
                  <a:pt x="197828" y="387938"/>
                  <a:pt x="263449" y="-7885"/>
                  <a:pt x="333537" y="119"/>
                </a:cubicBezTo>
                <a:cubicBezTo>
                  <a:pt x="403625" y="8123"/>
                  <a:pt x="438669" y="433200"/>
                  <a:pt x="562766" y="547863"/>
                </a:cubicBezTo>
                <a:cubicBezTo>
                  <a:pt x="686863" y="662526"/>
                  <a:pt x="1028337" y="683123"/>
                  <a:pt x="1149531" y="667157"/>
                </a:cubicBezTo>
              </a:path>
            </a:pathLst>
          </a:cu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6039D8-AFA9-4640-892B-A84A6518FD28}"/>
              </a:ext>
            </a:extLst>
          </p:cNvPr>
          <p:cNvCxnSpPr>
            <a:cxnSpLocks/>
          </p:cNvCxnSpPr>
          <p:nvPr/>
        </p:nvCxnSpPr>
        <p:spPr>
          <a:xfrm>
            <a:off x="3567635" y="2201556"/>
            <a:ext cx="6818811" cy="0"/>
          </a:xfrm>
          <a:prstGeom prst="straightConnector1">
            <a:avLst/>
          </a:prstGeom>
          <a:solidFill>
            <a:schemeClr val="tx1"/>
          </a:solidFill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189093-87AB-4586-B636-0A4B0CC47003}"/>
              </a:ext>
            </a:extLst>
          </p:cNvPr>
          <p:cNvCxnSpPr>
            <a:cxnSpLocks/>
          </p:cNvCxnSpPr>
          <p:nvPr/>
        </p:nvCxnSpPr>
        <p:spPr>
          <a:xfrm>
            <a:off x="6842803" y="2201556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516FCF-FB1C-4E4B-A37F-742044B989FD}"/>
              </a:ext>
            </a:extLst>
          </p:cNvPr>
          <p:cNvCxnSpPr>
            <a:cxnSpLocks/>
          </p:cNvCxnSpPr>
          <p:nvPr/>
        </p:nvCxnSpPr>
        <p:spPr>
          <a:xfrm>
            <a:off x="5470537" y="2209616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2BBB51-764C-4A0D-A657-AE37AC887809}"/>
              </a:ext>
            </a:extLst>
          </p:cNvPr>
          <p:cNvCxnSpPr>
            <a:cxnSpLocks/>
          </p:cNvCxnSpPr>
          <p:nvPr/>
        </p:nvCxnSpPr>
        <p:spPr>
          <a:xfrm>
            <a:off x="4400334" y="2201556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/>
              <p:nvPr/>
            </p:nvSpPr>
            <p:spPr>
              <a:xfrm>
                <a:off x="4058475" y="1544281"/>
                <a:ext cx="22608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475" y="1544281"/>
                <a:ext cx="226088" cy="215444"/>
              </a:xfrm>
              <a:prstGeom prst="rect">
                <a:avLst/>
              </a:prstGeom>
              <a:blipFill>
                <a:blip r:embed="rId2"/>
                <a:stretch>
                  <a:fillRect l="-21053" r="-5263" b="-27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/>
              <p:nvPr/>
            </p:nvSpPr>
            <p:spPr>
              <a:xfrm>
                <a:off x="5084324" y="1544281"/>
                <a:ext cx="23025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324" y="1544281"/>
                <a:ext cx="230256" cy="215444"/>
              </a:xfrm>
              <a:prstGeom prst="rect">
                <a:avLst/>
              </a:prstGeom>
              <a:blipFill>
                <a:blip r:embed="rId3"/>
                <a:stretch>
                  <a:fillRect l="-21053" r="-5263" b="-27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/>
              <p:nvPr/>
            </p:nvSpPr>
            <p:spPr>
              <a:xfrm>
                <a:off x="6751328" y="260228"/>
                <a:ext cx="1898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4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328" y="260228"/>
                <a:ext cx="189860" cy="215444"/>
              </a:xfrm>
              <a:prstGeom prst="rect">
                <a:avLst/>
              </a:prstGeom>
              <a:blipFill>
                <a:blip r:embed="rId4"/>
                <a:stretch>
                  <a:fillRect l="-12500" r="-6250"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ounded Rectangle 51"/>
          <p:cNvSpPr/>
          <p:nvPr/>
        </p:nvSpPr>
        <p:spPr>
          <a:xfrm>
            <a:off x="3991003" y="1270510"/>
            <a:ext cx="2997978" cy="818605"/>
          </a:xfrm>
          <a:prstGeom prst="roundRect">
            <a:avLst/>
          </a:prstGeom>
          <a:noFill/>
          <a:ln w="2540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>
            <a:cxnSpLocks/>
          </p:cNvCxnSpPr>
          <p:nvPr/>
        </p:nvCxnSpPr>
        <p:spPr>
          <a:xfrm flipH="1" flipV="1">
            <a:off x="6842804" y="1915399"/>
            <a:ext cx="1361" cy="27725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/>
              <p:nvPr/>
            </p:nvSpPr>
            <p:spPr>
              <a:xfrm>
                <a:off x="6343213" y="1544281"/>
                <a:ext cx="37580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DE" sz="1400" b="1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B5927F6-B31B-4C7A-8A5E-AE249D29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213" y="1544281"/>
                <a:ext cx="375809" cy="215444"/>
              </a:xfrm>
              <a:prstGeom prst="rect">
                <a:avLst/>
              </a:prstGeom>
              <a:blipFill>
                <a:blip r:embed="rId5"/>
                <a:stretch>
                  <a:fillRect l="-13333" r="-3333" b="-27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89168" y="1485273"/>
                <a:ext cx="4793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168" y="1485273"/>
                <a:ext cx="4793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/>
          <p:cNvCxnSpPr/>
          <p:nvPr/>
        </p:nvCxnSpPr>
        <p:spPr>
          <a:xfrm flipV="1">
            <a:off x="6839288" y="1030921"/>
            <a:ext cx="0" cy="23958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cxnSpLocks/>
            <a:stCxn id="71" idx="3"/>
          </p:cNvCxnSpPr>
          <p:nvPr/>
        </p:nvCxnSpPr>
        <p:spPr>
          <a:xfrm flipV="1">
            <a:off x="6929250" y="775119"/>
            <a:ext cx="401748" cy="231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2BBB51-764C-4A0D-A657-AE37AC887809}"/>
              </a:ext>
            </a:extLst>
          </p:cNvPr>
          <p:cNvCxnSpPr>
            <a:cxnSpLocks/>
          </p:cNvCxnSpPr>
          <p:nvPr/>
        </p:nvCxnSpPr>
        <p:spPr>
          <a:xfrm>
            <a:off x="3576745" y="2197685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52BBB51-764C-4A0D-A657-AE37AC887809}"/>
              </a:ext>
            </a:extLst>
          </p:cNvPr>
          <p:cNvCxnSpPr>
            <a:cxnSpLocks/>
          </p:cNvCxnSpPr>
          <p:nvPr/>
        </p:nvCxnSpPr>
        <p:spPr>
          <a:xfrm>
            <a:off x="9489757" y="2211263"/>
            <a:ext cx="0" cy="900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37299D2-69F3-DA48-8D42-C91DE99AF51E}"/>
              </a:ext>
            </a:extLst>
          </p:cNvPr>
          <p:cNvSpPr txBox="1"/>
          <p:nvPr/>
        </p:nvSpPr>
        <p:spPr>
          <a:xfrm>
            <a:off x="9047928" y="494981"/>
            <a:ext cx="1631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dirty="0">
                <a:latin typeface="Roboto Light" panose="02000000000000000000" pitchFamily="2" charset="0"/>
                <a:ea typeface="Roboto Light" panose="02000000000000000000" pitchFamily="2" charset="0"/>
              </a:rPr>
              <a:t>PDF of the next </a:t>
            </a:r>
          </a:p>
          <a:p>
            <a:pPr algn="ctr"/>
            <a:r>
              <a:rPr lang="en-DE" sz="1400" dirty="0">
                <a:latin typeface="Roboto Light" panose="02000000000000000000" pitchFamily="2" charset="0"/>
                <a:ea typeface="Roboto Light" panose="02000000000000000000" pitchFamily="2" charset="0"/>
              </a:rPr>
              <a:t>inter-event time</a:t>
            </a:r>
          </a:p>
        </p:txBody>
      </p:sp>
      <p:graphicFrame>
        <p:nvGraphicFramePr>
          <p:cNvPr id="57" name="Table 4">
            <a:extLst>
              <a:ext uri="{FF2B5EF4-FFF2-40B4-BE49-F238E27FC236}">
                <a16:creationId xmlns:a16="http://schemas.microsoft.com/office/drawing/2014/main" id="{F7920413-EA77-C94A-BF38-DE684BDD4182}"/>
              </a:ext>
            </a:extLst>
          </p:cNvPr>
          <p:cNvGraphicFramePr>
            <a:graphicFrameLocks noGrp="1"/>
          </p:cNvGraphicFramePr>
          <p:nvPr/>
        </p:nvGraphicFramePr>
        <p:xfrm>
          <a:off x="6744141" y="1400666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AA6885E-8322-EA4A-B17D-83FD4B040A5C}"/>
              </a:ext>
            </a:extLst>
          </p:cNvPr>
          <p:cNvCxnSpPr>
            <a:cxnSpLocks/>
          </p:cNvCxnSpPr>
          <p:nvPr/>
        </p:nvCxnSpPr>
        <p:spPr>
          <a:xfrm flipH="1" flipV="1">
            <a:off x="5471619" y="1927455"/>
            <a:ext cx="1361" cy="27725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Table 4">
            <a:extLst>
              <a:ext uri="{FF2B5EF4-FFF2-40B4-BE49-F238E27FC236}">
                <a16:creationId xmlns:a16="http://schemas.microsoft.com/office/drawing/2014/main" id="{66068A92-E460-004C-A1B5-6B88B901D1C1}"/>
              </a:ext>
            </a:extLst>
          </p:cNvPr>
          <p:cNvGraphicFramePr>
            <a:graphicFrameLocks noGrp="1"/>
          </p:cNvGraphicFramePr>
          <p:nvPr/>
        </p:nvGraphicFramePr>
        <p:xfrm>
          <a:off x="5372956" y="1412722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41B6B66-EEDB-6546-B229-36CB0596992C}"/>
              </a:ext>
            </a:extLst>
          </p:cNvPr>
          <p:cNvCxnSpPr>
            <a:cxnSpLocks/>
          </p:cNvCxnSpPr>
          <p:nvPr/>
        </p:nvCxnSpPr>
        <p:spPr>
          <a:xfrm flipH="1" flipV="1">
            <a:off x="4395572" y="1918783"/>
            <a:ext cx="1361" cy="27725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6" name="Table 4">
            <a:extLst>
              <a:ext uri="{FF2B5EF4-FFF2-40B4-BE49-F238E27FC236}">
                <a16:creationId xmlns:a16="http://schemas.microsoft.com/office/drawing/2014/main" id="{E80DD7D0-948B-4D4C-95C8-33127872D4F8}"/>
              </a:ext>
            </a:extLst>
          </p:cNvPr>
          <p:cNvGraphicFramePr>
            <a:graphicFrameLocks noGrp="1"/>
          </p:cNvGraphicFramePr>
          <p:nvPr/>
        </p:nvGraphicFramePr>
        <p:xfrm>
          <a:off x="4296909" y="1404050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p:graphicFrame>
        <p:nvGraphicFramePr>
          <p:cNvPr id="71" name="Table 4">
            <a:extLst>
              <a:ext uri="{FF2B5EF4-FFF2-40B4-BE49-F238E27FC236}">
                <a16:creationId xmlns:a16="http://schemas.microsoft.com/office/drawing/2014/main" id="{16B5E31B-B5CB-1047-9237-9E4C0DFA51C3}"/>
              </a:ext>
            </a:extLst>
          </p:cNvPr>
          <p:cNvGraphicFramePr>
            <a:graphicFrameLocks noGrp="1"/>
          </p:cNvGraphicFramePr>
          <p:nvPr/>
        </p:nvGraphicFramePr>
        <p:xfrm>
          <a:off x="6751328" y="526094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BF1CD65-1952-DE44-8543-DDADF542A1AE}"/>
                  </a:ext>
                </a:extLst>
              </p:cNvPr>
              <p:cNvSpPr txBox="1"/>
              <p:nvPr/>
            </p:nvSpPr>
            <p:spPr>
              <a:xfrm>
                <a:off x="4097265" y="376745"/>
                <a:ext cx="2621757" cy="759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sz="14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Encode history </a:t>
                </a:r>
                <a:endParaRPr lang="en-US" sz="1400" i="1" dirty="0">
                  <a:latin typeface="Cambria Math" panose="02040503050406030204" pitchFamily="18" charset="0"/>
                  <a:ea typeface="Roboto Light" panose="02000000000000000000" pitchFamily="2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ℋ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Roboto Light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4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 </a:t>
                </a:r>
              </a:p>
              <a:p>
                <a:pPr algn="ctr"/>
                <a:r>
                  <a:rPr lang="en-DE" sz="14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as a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𝒄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endParaRPr lang="en-DE" sz="1400" dirty="0">
                  <a:latin typeface="Roboto Light" panose="02000000000000000000" pitchFamily="2" charset="0"/>
                  <a:ea typeface="Roboto Light" panose="02000000000000000000" pitchFamily="2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BF1CD65-1952-DE44-8543-DDADF542A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265" y="376745"/>
                <a:ext cx="2621757" cy="759695"/>
              </a:xfrm>
              <a:prstGeom prst="rect">
                <a:avLst/>
              </a:prstGeom>
              <a:blipFill>
                <a:blip r:embed="rId7"/>
                <a:stretch>
                  <a:fillRect t="-1639" b="-819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" name="Table 4">
            <a:extLst>
              <a:ext uri="{FF2B5EF4-FFF2-40B4-BE49-F238E27FC236}">
                <a16:creationId xmlns:a16="http://schemas.microsoft.com/office/drawing/2014/main" id="{F1651BE0-B48E-6441-B31C-026DF0ED10E4}"/>
              </a:ext>
            </a:extLst>
          </p:cNvPr>
          <p:cNvGraphicFramePr>
            <a:graphicFrameLocks noGrp="1"/>
          </p:cNvGraphicFramePr>
          <p:nvPr/>
        </p:nvGraphicFramePr>
        <p:xfrm>
          <a:off x="7333669" y="542126"/>
          <a:ext cx="177922" cy="502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2">
                  <a:extLst>
                    <a:ext uri="{9D8B030D-6E8A-4147-A177-3AD203B41FA5}">
                      <a16:colId xmlns:a16="http://schemas.microsoft.com/office/drawing/2014/main" val="3350277845"/>
                    </a:ext>
                  </a:extLst>
                </a:gridCol>
              </a:tblGrid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03498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46142"/>
                  </a:ext>
                </a:extLst>
              </a:tr>
              <a:tr h="167559">
                <a:tc>
                  <a:txBody>
                    <a:bodyPr/>
                    <a:lstStyle/>
                    <a:p>
                      <a:pPr algn="r"/>
                      <a:endParaRPr lang="en-DE" sz="300" dirty="0">
                        <a:latin typeface="Monaco" pitchFamily="2" charset="77"/>
                      </a:endParaRPr>
                    </a:p>
                  </a:txBody>
                  <a:tcPr marL="41316" marR="41316" marT="20658" marB="20658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2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744588-5015-8B40-9275-BAC1B015AA8C}"/>
                  </a:ext>
                </a:extLst>
              </p:cNvPr>
              <p:cNvSpPr txBox="1"/>
              <p:nvPr/>
            </p:nvSpPr>
            <p:spPr>
              <a:xfrm>
                <a:off x="7330999" y="270765"/>
                <a:ext cx="21069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744588-5015-8B40-9275-BAC1B015A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999" y="270765"/>
                <a:ext cx="210699" cy="215444"/>
              </a:xfrm>
              <a:prstGeom prst="rect">
                <a:avLst/>
              </a:prstGeom>
              <a:blipFill>
                <a:blip r:embed="rId8"/>
                <a:stretch>
                  <a:fillRect l="-23529" r="-5882" b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88E4D-8613-8747-9678-479FA5EE7CE7}"/>
                  </a:ext>
                </a:extLst>
              </p:cNvPr>
              <p:cNvSpPr/>
              <p:nvPr/>
            </p:nvSpPr>
            <p:spPr>
              <a:xfrm>
                <a:off x="7869756" y="1363705"/>
                <a:ext cx="1553117" cy="3079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𝑖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  <a:ea typeface="Roboto Light" panose="02000000000000000000" pitchFamily="2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  <a:ea typeface="Roboto Light" panose="02000000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Roboto Light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Roboto Light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400" dirty="0">
                    <a:latin typeface="Roboto Light" panose="02000000000000000000" pitchFamily="2" charset="0"/>
                    <a:ea typeface="Roboto Light" panose="020000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88E4D-8613-8747-9678-479FA5EE7C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756" y="1363705"/>
                <a:ext cx="1553117" cy="307969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1CE7E13-171E-1341-A75B-2AC37B852F6A}"/>
              </a:ext>
            </a:extLst>
          </p:cNvPr>
          <p:cNvCxnSpPr>
            <a:cxnSpLocks/>
          </p:cNvCxnSpPr>
          <p:nvPr/>
        </p:nvCxnSpPr>
        <p:spPr>
          <a:xfrm>
            <a:off x="7511591" y="774933"/>
            <a:ext cx="1571204" cy="0"/>
          </a:xfrm>
          <a:prstGeom prst="straightConnector1">
            <a:avLst/>
          </a:prstGeom>
          <a:ln w="19050">
            <a:solidFill>
              <a:schemeClr val="accent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012A893-BE30-674D-9230-23E2CEA5127D}"/>
              </a:ext>
            </a:extLst>
          </p:cNvPr>
          <p:cNvCxnSpPr>
            <a:cxnSpLocks/>
          </p:cNvCxnSpPr>
          <p:nvPr/>
        </p:nvCxnSpPr>
        <p:spPr>
          <a:xfrm>
            <a:off x="9082795" y="778805"/>
            <a:ext cx="0" cy="633916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C8C6FB7-A17A-0D43-BCB0-CAA8E7C116F2}"/>
                  </a:ext>
                </a:extLst>
              </p:cNvPr>
              <p:cNvSpPr txBox="1"/>
              <p:nvPr/>
            </p:nvSpPr>
            <p:spPr>
              <a:xfrm>
                <a:off x="4337415" y="2277725"/>
                <a:ext cx="1865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C8C6FB7-A17A-0D43-BCB0-CAA8E7C11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415" y="2277725"/>
                <a:ext cx="186590" cy="215444"/>
              </a:xfrm>
              <a:prstGeom prst="rect">
                <a:avLst/>
              </a:prstGeom>
              <a:blipFill>
                <a:blip r:embed="rId10"/>
                <a:stretch>
                  <a:fillRect l="-18750" r="-6250" b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6298C39-A554-834C-AEE2-BB4120D16BB0}"/>
                  </a:ext>
                </a:extLst>
              </p:cNvPr>
              <p:cNvSpPr txBox="1"/>
              <p:nvPr/>
            </p:nvSpPr>
            <p:spPr>
              <a:xfrm>
                <a:off x="5393285" y="2285746"/>
                <a:ext cx="19075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6298C39-A554-834C-AEE2-BB4120D16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285" y="2285746"/>
                <a:ext cx="190757" cy="215444"/>
              </a:xfrm>
              <a:prstGeom prst="rect">
                <a:avLst/>
              </a:prstGeom>
              <a:blipFill>
                <a:blip r:embed="rId11"/>
                <a:stretch>
                  <a:fillRect l="-18750" r="-6250" b="-1764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89F9492-5931-1041-B5B2-C3BF6B05D8D0}"/>
                  </a:ext>
                </a:extLst>
              </p:cNvPr>
              <p:cNvSpPr txBox="1"/>
              <p:nvPr/>
            </p:nvSpPr>
            <p:spPr>
              <a:xfrm>
                <a:off x="6695196" y="2285746"/>
                <a:ext cx="33631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89F9492-5931-1041-B5B2-C3BF6B05D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196" y="2285746"/>
                <a:ext cx="336311" cy="215444"/>
              </a:xfrm>
              <a:prstGeom prst="rect">
                <a:avLst/>
              </a:prstGeom>
              <a:blipFill>
                <a:blip r:embed="rId12"/>
                <a:stretch>
                  <a:fillRect l="-11111" r="-3704" b="-1764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CA5F2B1-7626-3643-9417-5F95FB699380}"/>
                  </a:ext>
                </a:extLst>
              </p:cNvPr>
              <p:cNvSpPr txBox="1"/>
              <p:nvPr/>
            </p:nvSpPr>
            <p:spPr>
              <a:xfrm>
                <a:off x="3519907" y="2285746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CA5F2B1-7626-3643-9417-5F95FB699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907" y="2285746"/>
                <a:ext cx="139461" cy="215444"/>
              </a:xfrm>
              <a:prstGeom prst="rect">
                <a:avLst/>
              </a:prstGeom>
              <a:blipFill>
                <a:blip r:embed="rId13"/>
                <a:stretch>
                  <a:fillRect l="-16667" r="-33333" b="-58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2B61FB2-6787-5345-ADB7-404E5984FB69}"/>
                  </a:ext>
                </a:extLst>
              </p:cNvPr>
              <p:cNvSpPr txBox="1"/>
              <p:nvPr/>
            </p:nvSpPr>
            <p:spPr>
              <a:xfrm>
                <a:off x="9417560" y="2285746"/>
                <a:ext cx="1514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2B61FB2-6787-5345-ADB7-404E5984F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7560" y="2285746"/>
                <a:ext cx="151452" cy="215444"/>
              </a:xfrm>
              <a:prstGeom prst="rect">
                <a:avLst/>
              </a:prstGeom>
              <a:blipFill>
                <a:blip r:embed="rId14"/>
                <a:stretch>
                  <a:fillRect l="-23077" r="-23077" b="-58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8441F766-7D4A-4540-B15B-88D04112E9D6}"/>
              </a:ext>
            </a:extLst>
          </p:cNvPr>
          <p:cNvSpPr txBox="1"/>
          <p:nvPr/>
        </p:nvSpPr>
        <p:spPr>
          <a:xfrm>
            <a:off x="10211718" y="2285746"/>
            <a:ext cx="34945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DE" sz="1400" dirty="0">
                <a:latin typeface="Roboto Light" panose="02000000000000000000" pitchFamily="2" charset="0"/>
                <a:ea typeface="Roboto Light" panose="02000000000000000000" pitchFamily="2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09144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2451</TotalTime>
  <Words>162</Words>
  <Application>Microsoft Macintosh PowerPoint</Application>
  <PresentationFormat>Custom</PresentationFormat>
  <Paragraphs>96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Monaco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Oleksandr Shchur</dc:creator>
  <cp:lastModifiedBy>Oleksandr Shchur</cp:lastModifiedBy>
  <cp:revision>41</cp:revision>
  <dcterms:created xsi:type="dcterms:W3CDTF">2021-06-24T08:09:10Z</dcterms:created>
  <dcterms:modified xsi:type="dcterms:W3CDTF">2021-07-23T13:21:39Z</dcterms:modified>
</cp:coreProperties>
</file>